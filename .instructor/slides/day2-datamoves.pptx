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5"/>
    <p:sldMasterId id="2147483743" r:id="rId6"/>
  </p:sldMasterIdLst>
  <p:notesMasterIdLst>
    <p:notesMasterId r:id="rId7"/>
  </p:notesMasterIdLst>
  <p:sldIdLst>
    <p:sldId id="256" r:id="rId20"/>
    <p:sldId id="257" r:id="rId21"/>
  </p:sldIdLst>
  <p:sldSz cy="5143500" cx="9144000"/>
  <p:notesSz cx="6858000" cy="9144000"/>
  <p:embeddedFontLst>
    <p:embeddedFont>
      <p:font typeface="Source Code Pro"/>
      <p:regular r:id="rId36"/>
      <p:bold r:id="rId37"/>
      <p:italic r:id="rId38"/>
      <p:boldItalic r:id="rId39"/>
    </p:embeddedFont>
    <p:embeddedFont>
      <p:font typeface="Source Sans 3"/>
      <p:regular r:id="rId40"/>
      <p:bold r:id="rId41"/>
      <p:italic r:id="rId42"/>
      <p:boldItalic r:id="rId43"/>
    </p:embeddedFont>
    <p:embeddedFont>
      <p:font typeface="Source Serif 4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92B0D-97BB-47E8-BBD6-F419BEF29DF6}">
  <a:tblStyle styleId="{92092B0D-97BB-47E8-BBD6-F419BEF29DF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36" Type="http://schemas.openxmlformats.org/officeDocument/2006/relationships/font" Target="fonts/SourceCodePro-regular.fntdata"/><Relationship Id="rId37" Type="http://schemas.openxmlformats.org/officeDocument/2006/relationships/font" Target="fonts/SourceCodePro-bold.fntdata"/><Relationship Id="rId38" Type="http://schemas.openxmlformats.org/officeDocument/2006/relationships/font" Target="fonts/SourceCodePro-italic.fntdata"/><Relationship Id="rId39" Type="http://schemas.openxmlformats.org/officeDocument/2006/relationships/font" Target="fonts/SourceCodePro-boldItalic.fntdata"/><Relationship Id="rId40" Type="http://schemas.openxmlformats.org/officeDocument/2006/relationships/font" Target="fonts/SourceSans3-regular.fntdata"/><Relationship Id="rId41" Type="http://schemas.openxmlformats.org/officeDocument/2006/relationships/font" Target="fonts/SourceSans3-bold.fntdata"/><Relationship Id="rId42" Type="http://schemas.openxmlformats.org/officeDocument/2006/relationships/font" Target="fonts/SourceSans3-italic.fntdata"/><Relationship Id="rId43" Type="http://schemas.openxmlformats.org/officeDocument/2006/relationships/font" Target="fonts/SourceSans3-boldItalic.fntdata"/><Relationship Id="rId44" Type="http://schemas.openxmlformats.org/officeDocument/2006/relationships/font" Target="fonts/SourceSerif4-regular.fntdata"/><Relationship Id="rId45" Type="http://schemas.openxmlformats.org/officeDocument/2006/relationships/font" Target="fonts/SourceSerif4-bold.fntdata"/><Relationship Id="rId46" Type="http://schemas.openxmlformats.org/officeDocument/2006/relationships/font" Target="fonts/SourceSerif4-italic.fntdata"/><Relationship Id="rId47" Type="http://schemas.openxmlformats.org/officeDocument/2006/relationships/font" Target="fonts/SourceSerif4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Source Serif 4"/>
              <a:buNone/>
              <a:defRPr sz="4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" name="Google Shape;35;p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ource Serif 4"/>
              <a:buNone/>
              <a:defRPr sz="36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" name="Google Shape;46;p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5" name="Google Shape;55;p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" name="Google Shape;62;p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" name="Google Shape;70;p1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1" name="Google Shape;71;p1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8" name="Google Shape;78;p1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7" name="Google Shape;87;p1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4" name="Google Shape;94;p1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2" name="Google Shape;102;p1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3" name="Google Shape;103;p1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1" name="Google Shape;111;p1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2" name="Google Shape;112;p1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0" name="Google Shape;120;p1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22" name="Google Shape;1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1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9" name="Google Shape;129;p1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0" name="Google Shape;130;p1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31" name="Google Shape;1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1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0" name="Google Shape;14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p19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8" name="Google Shape;148;p1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9" name="Google Shape;14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3" name="Google Shape;153;p2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2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9" name="Google Shape;159;p2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0" name="Google Shape;160;p2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1" name="Google Shape;16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7" name="Google Shape;167;p2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8" name="Google Shape;16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4" name="Google Shape;174;p2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5" name="Google Shape;17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1" name="Google Shape;181;p2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9" name="Google Shape;18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5" name="Google Shape;195;p2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6" name="Google Shape;19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01" name="Google Shape;201;p27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2" name="Google Shape;20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9" name="Google Shape;209;p2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" name="Google Shape;212;p3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5" name="Google Shape;215;p3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8" name="Google Shape;218;p3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1" name="Google Shape;221;p3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7" name="Google Shape;227;p3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7" name="Google Shape;237;p3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3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7" name="Google Shape;247;p39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9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2" name="Google Shape;252;p40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57" name="Google Shape;257;p41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8" name="Google Shape;25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erif 4"/>
              <a:buNone/>
              <a:defRPr sz="12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2" name="Google Shape;262;p42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4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4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4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4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4" name="Google Shape;274;p4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75" name="Google Shape;27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4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45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5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5" name="Google Shape;285;p4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6" name="Google Shape;28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4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6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46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6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6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6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46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6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46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98" name="Google Shape;298;p4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99" name="Google Shape;29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4" name="Google Shape;304;p4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314" name="Google Shape;31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5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8" name="Google Shape;318;p5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19" name="Google Shape;31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5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3" name="Google Shape;323;p5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27" name="Google Shape;327;p5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28" name="Google Shape;32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332" name="Google Shape;3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4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5" name="Google Shape;335;p54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6" name="Google Shape;336;p5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9" name="Google Shape;339;p5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0" name="Google Shape;340;p5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2" name="Google Shape;342;p5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43" name="Google Shape;34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5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5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6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0" name="Google Shape;350;p5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1" name="Google Shape;35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5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5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58" name="Google Shape;358;p5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9" name="Google Shape;35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5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5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66" name="Google Shape;366;p5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67" name="Google Shape;36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5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5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74" name="Google Shape;374;p5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75" name="Google Shape;37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5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p6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0" name="Google Shape;380;p6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2" name="Google Shape;382;p6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83" name="Google Shape;38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6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6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8" name="Google Shape;388;p6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90" name="Google Shape;390;p6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1" name="Google Shape;391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6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62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97" name="Google Shape;397;p6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8" name="Google Shape;39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6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3" name="Google Shape;403;p6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4" name="Google Shape;404;p6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3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6" name="Google Shape;406;p6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07" name="Google Shape;40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p6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1" name="Google Shape;411;p6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6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6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5" name="Google Shape;415;p6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16" name="Google Shape;41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6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6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1" name="Google Shape;421;p6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6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24" name="Google Shape;424;p6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25" name="Google Shape;42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p6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6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0" name="Google Shape;430;p6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6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33" name="Google Shape;433;p6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34" name="Google Shape;43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6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6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0" name="Google Shape;440;p6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42" name="Google Shape;442;p6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43" name="Google Shape;44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6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6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8" name="Google Shape;448;p6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9" name="Google Shape;449;p6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51" name="Google Shape;451;p6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2" name="Google Shape;4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6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6" name="Google Shape;456;p6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9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8" name="Google Shape;458;p6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9" name="Google Shape;459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6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0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7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0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65" name="Google Shape;465;p7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66" name="Google Shape;46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7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7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2" name="Google Shape;472;p7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73" name="Google Shape;47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7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7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9" name="Google Shape;479;p7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0" name="Google Shape;480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7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4" name="Google Shape;484;p7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86" name="Google Shape;486;p7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7" name="Google Shape;4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7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7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93" name="Google Shape;493;p7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94" name="Google Shape;494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7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5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8" name="Google Shape;498;p75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99" name="Google Shape;499;p75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00" name="Google Shape;500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7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6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4" name="Google Shape;504;p7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7" name="Google Shape;507;p7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0" name="Google Shape;510;p7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3" name="Google Shape;513;p7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6" name="Google Shape;516;p8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9" name="Google Shape;519;p8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2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2" name="Google Shape;522;p8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2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82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3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7" name="Google Shape;527;p83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83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8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4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2" name="Google Shape;532;p84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84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8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7" name="Google Shape;537;p8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8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8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2" name="Google Shape;542;p8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8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8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7" name="Google Shape;547;p8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8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8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8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None/>
              <a:defRPr sz="4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3" name="Google Shape;553;p88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4" name="Google Shape;554;p8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55" name="Google Shape;55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6" name="Google Shape;556;p8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9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559" name="Google Shape;559;p89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0" name="Google Shape;560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8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4" name="Google Shape;564;p90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5" name="Google Shape;565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9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9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2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92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92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92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9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76" name="Google Shape;576;p9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77" name="Google Shape;577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9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3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93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93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93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93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93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9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7" name="Google Shape;587;p9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88" name="Google Shape;588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9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4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94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94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94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94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94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94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94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9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00" name="Google Shape;600;p9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601" name="Google Shape;601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9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6" name="Google Shape;606;p9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9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9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4.xml"/><Relationship Id="rId4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1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How your data moves</a:t>
            </a:r>
          </a:p>
        </p:txBody>
      </p:sp>
      <p:pic>
        <p:nvPicPr>
          <p:cNvPr id="3" name="Picture 2" descr="data-mov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41" y="1051560"/>
            <a:ext cx="8308316" cy="3063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" y="4224528"/>
            <a:ext cx="8522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3"/>
              </a:rPr>
              <a:t>1 · load from disk    ›    2 · into RAM    ›    3 · CPU works    ›    4 · save back to disk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Disk is about a million times farther away than RAM.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The CPU reaches RAM in nanoseconds; a disk read takes milliseconds. If your data does not fit in RAM all at once, the script keeps going back to disk mid-computation — and that, far more often than a slow CPU, is what makes a job crawl.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