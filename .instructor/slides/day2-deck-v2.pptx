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2" r:id="rId5"/>
    <p:sldMasterId id="2147483743" r:id="rId6"/>
  </p:sldMasterIdLst>
  <p:notesMasterIdLst>
    <p:notesMasterId r:id="rId7"/>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19"/>
    <p:sldId id="273" r:id="rId18"/>
    <p:sldId id="274" r:id="rId17"/>
    <p:sldId id="275" r:id="rId16"/>
    <p:sldId id="276" r:id="rId15"/>
    <p:sldId id="277" r:id="rId14"/>
    <p:sldId id="278" r:id="rId13"/>
    <p:sldId id="279" r:id="rId12"/>
    <p:sldId id="280" r:id="rId11"/>
    <p:sldId id="281" r:id="rId10"/>
    <p:sldId id="282" r:id="rId9"/>
    <p:sldId id="283" r:id="rId8"/>
    <p:sldId id="284" r:id="rId48"/>
    <p:sldId id="285" r:id="rId49"/>
    <p:sldId id="286" r:id="rId50"/>
    <p:sldId id="287" r:id="rId51"/>
    <p:sldId id="288" r:id="rId52"/>
    <p:sldId id="289" r:id="rId53"/>
    <p:sldId id="290" r:id="rId54"/>
    <p:sldId id="291" r:id="rId55"/>
    <p:sldId id="292" r:id="rId56"/>
    <p:sldId id="293" r:id="rId57"/>
    <p:sldId id="294" r:id="rId58"/>
    <p:sldId id="295" r:id="rId59"/>
    <p:sldId id="296" r:id="rId60"/>
    <p:sldId id="297" r:id="rId61"/>
    <p:sldId id="298" r:id="rId62"/>
    <p:sldId id="299" r:id="rId63"/>
    <p:sldId id="300" r:id="rId64"/>
    <p:sldId id="301" r:id="rId65"/>
    <p:sldId id="302" r:id="rId66"/>
    <p:sldId id="303" r:id="rId67"/>
    <p:sldId id="304" r:id="rId68"/>
    <p:sldId id="305" r:id="rId69"/>
    <p:sldId id="306" r:id="rId70"/>
    <p:sldId id="307" r:id="rId71"/>
    <p:sldId id="308" r:id="rId72"/>
    <p:sldId id="309" r:id="rId73"/>
    <p:sldId id="310" r:id="rId74"/>
    <p:sldId id="311" r:id="rId75"/>
    <p:sldId id="312" r:id="rId76"/>
    <p:sldId id="313" r:id="rId77"/>
    <p:sldId id="314" r:id="rId78"/>
    <p:sldId id="315" r:id="rId79"/>
    <p:sldId id="316" r:id="rId80"/>
    <p:sldId id="317" r:id="rId81"/>
    <p:sldId id="318" r:id="rId82"/>
    <p:sldId id="319" r:id="rId83"/>
    <p:sldId id="320" r:id="rId84"/>
    <p:sldId id="321" r:id="rId85"/>
    <p:sldId id="322" r:id="rId86"/>
    <p:sldId id="323" r:id="rId87"/>
  </p:sldIdLst>
  <p:sldSz cy="5143500" cx="9144000"/>
  <p:notesSz cx="6858000" cy="9144000"/>
  <p:embeddedFontLst>
    <p:embeddedFont>
      <p:font typeface="Source Code Pro"/>
      <p:regular r:id="rId36"/>
      <p:bold r:id="rId37"/>
      <p:italic r:id="rId38"/>
      <p:boldItalic r:id="rId39"/>
    </p:embeddedFont>
    <p:embeddedFont>
      <p:font typeface="Source Sans 3"/>
      <p:regular r:id="rId40"/>
      <p:bold r:id="rId41"/>
      <p:italic r:id="rId42"/>
      <p:boldItalic r:id="rId43"/>
    </p:embeddedFont>
    <p:embeddedFont>
      <p:font typeface="Source Serif 4"/>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0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092B0D-97BB-47E8-BBD6-F419BEF29DF6}">
  <a:tblStyle styleId="{92092B0D-97BB-47E8-BBD6-F419BEF29DF6}"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a:tcStyle>
        <a:fill>
          <a:solidFill>
            <a:srgbClr val="CDD8FB"/>
          </a:solidFill>
        </a:fill>
      </a:tcStyle>
    </a:band1H>
    <a:band2H>
      <a:tcTxStyle/>
    </a:band2H>
    <a:band1V>
      <a:tcTxStyle/>
      <a:tcStyle>
        <a:fill>
          <a:solidFill>
            <a:srgbClr val="CDD8FB"/>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04"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24.xml"/><Relationship Id="rId13" Type="http://schemas.openxmlformats.org/officeDocument/2006/relationships/slide" Target="slides/slide23.xml"/><Relationship Id="rId14" Type="http://schemas.openxmlformats.org/officeDocument/2006/relationships/slide" Target="slides/slide22.xml"/><Relationship Id="rId15" Type="http://schemas.openxmlformats.org/officeDocument/2006/relationships/slide" Target="slides/slide21.xml"/><Relationship Id="rId16" Type="http://schemas.openxmlformats.org/officeDocument/2006/relationships/slide" Target="slides/slide20.xml"/><Relationship Id="rId17" Type="http://schemas.openxmlformats.org/officeDocument/2006/relationships/slide" Target="slides/slide19.xml"/><Relationship Id="rId18" Type="http://schemas.openxmlformats.org/officeDocument/2006/relationships/slide" Target="slides/slide18.xml"/><Relationship Id="rId19" Type="http://schemas.openxmlformats.org/officeDocument/2006/relationships/slide" Target="slides/slide17.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font" Target="fonts/SourceCodePro-regular.fntdata"/><Relationship Id="rId37" Type="http://schemas.openxmlformats.org/officeDocument/2006/relationships/font" Target="fonts/SourceCodePro-bold.fntdata"/><Relationship Id="rId38" Type="http://schemas.openxmlformats.org/officeDocument/2006/relationships/font" Target="fonts/SourceCodePro-italic.fntdata"/><Relationship Id="rId39" Type="http://schemas.openxmlformats.org/officeDocument/2006/relationships/font" Target="fonts/SourceCodePro-boldItalic.fntdata"/><Relationship Id="rId40" Type="http://schemas.openxmlformats.org/officeDocument/2006/relationships/font" Target="fonts/SourceSans3-regular.fntdata"/><Relationship Id="rId41" Type="http://schemas.openxmlformats.org/officeDocument/2006/relationships/font" Target="fonts/SourceSans3-bold.fntdata"/><Relationship Id="rId42" Type="http://schemas.openxmlformats.org/officeDocument/2006/relationships/font" Target="fonts/SourceSans3-italic.fntdata"/><Relationship Id="rId43" Type="http://schemas.openxmlformats.org/officeDocument/2006/relationships/font" Target="fonts/SourceSans3-boldItalic.fntdata"/><Relationship Id="rId44" Type="http://schemas.openxmlformats.org/officeDocument/2006/relationships/font" Target="fonts/SourceSerif4-regular.fntdata"/><Relationship Id="rId45" Type="http://schemas.openxmlformats.org/officeDocument/2006/relationships/font" Target="fonts/SourceSerif4-bold.fntdata"/><Relationship Id="rId46" Type="http://schemas.openxmlformats.org/officeDocument/2006/relationships/font" Target="fonts/SourceSerif4-italic.fntdata"/><Relationship Id="rId47" Type="http://schemas.openxmlformats.org/officeDocument/2006/relationships/font" Target="fonts/SourceSerif4-boldItalic.fntdata"/><Relationship Id="rId48" Type="http://schemas.openxmlformats.org/officeDocument/2006/relationships/slide" Target="slides/slide29.xml"/><Relationship Id="rId49"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slide" Target="slides/slide32.xml"/><Relationship Id="rId52" Type="http://schemas.openxmlformats.org/officeDocument/2006/relationships/slide" Target="slides/slide33.xml"/><Relationship Id="rId53" Type="http://schemas.openxmlformats.org/officeDocument/2006/relationships/slide" Target="slides/slide34.xml"/><Relationship Id="rId54" Type="http://schemas.openxmlformats.org/officeDocument/2006/relationships/slide" Target="slides/slide35.xml"/><Relationship Id="rId55" Type="http://schemas.openxmlformats.org/officeDocument/2006/relationships/slide" Target="slides/slide36.xml"/><Relationship Id="rId56" Type="http://schemas.openxmlformats.org/officeDocument/2006/relationships/slide" Target="slides/slide37.xml"/><Relationship Id="rId57" Type="http://schemas.openxmlformats.org/officeDocument/2006/relationships/slide" Target="slides/slide38.xml"/><Relationship Id="rId58" Type="http://schemas.openxmlformats.org/officeDocument/2006/relationships/slide" Target="slides/slide39.xml"/><Relationship Id="rId59" Type="http://schemas.openxmlformats.org/officeDocument/2006/relationships/slide" Target="slides/slide40.xml"/><Relationship Id="rId60" Type="http://schemas.openxmlformats.org/officeDocument/2006/relationships/slide" Target="slides/slide41.xml"/><Relationship Id="rId61" Type="http://schemas.openxmlformats.org/officeDocument/2006/relationships/slide" Target="slides/slide42.xml"/><Relationship Id="rId62" Type="http://schemas.openxmlformats.org/officeDocument/2006/relationships/slide" Target="slides/slide43.xml"/><Relationship Id="rId63" Type="http://schemas.openxmlformats.org/officeDocument/2006/relationships/slide" Target="slides/slide44.xml"/><Relationship Id="rId64" Type="http://schemas.openxmlformats.org/officeDocument/2006/relationships/slide" Target="slides/slide45.xml"/><Relationship Id="rId65" Type="http://schemas.openxmlformats.org/officeDocument/2006/relationships/slide" Target="slides/slide46.xml"/><Relationship Id="rId66" Type="http://schemas.openxmlformats.org/officeDocument/2006/relationships/slide" Target="slides/slide47.xml"/><Relationship Id="rId67" Type="http://schemas.openxmlformats.org/officeDocument/2006/relationships/slide" Target="slides/slide48.xml"/><Relationship Id="rId68" Type="http://schemas.openxmlformats.org/officeDocument/2006/relationships/slide" Target="slides/slide49.xml"/><Relationship Id="rId69" Type="http://schemas.openxmlformats.org/officeDocument/2006/relationships/slide" Target="slides/slide50.xml"/><Relationship Id="rId70" Type="http://schemas.openxmlformats.org/officeDocument/2006/relationships/slide" Target="slides/slide51.xml"/><Relationship Id="rId71" Type="http://schemas.openxmlformats.org/officeDocument/2006/relationships/slide" Target="slides/slide52.xml"/><Relationship Id="rId72" Type="http://schemas.openxmlformats.org/officeDocument/2006/relationships/slide" Target="slides/slide53.xml"/><Relationship Id="rId73" Type="http://schemas.openxmlformats.org/officeDocument/2006/relationships/slide" Target="slides/slide54.xml"/><Relationship Id="rId74" Type="http://schemas.openxmlformats.org/officeDocument/2006/relationships/slide" Target="slides/slide55.xml"/><Relationship Id="rId75" Type="http://schemas.openxmlformats.org/officeDocument/2006/relationships/slide" Target="slides/slide56.xml"/><Relationship Id="rId76" Type="http://schemas.openxmlformats.org/officeDocument/2006/relationships/slide" Target="slides/slide57.xml"/><Relationship Id="rId77" Type="http://schemas.openxmlformats.org/officeDocument/2006/relationships/slide" Target="slides/slide58.xml"/><Relationship Id="rId78" Type="http://schemas.openxmlformats.org/officeDocument/2006/relationships/slide" Target="slides/slide59.xml"/><Relationship Id="rId79" Type="http://schemas.openxmlformats.org/officeDocument/2006/relationships/slide" Target="slides/slide60.xml"/><Relationship Id="rId80" Type="http://schemas.openxmlformats.org/officeDocument/2006/relationships/slide" Target="slides/slide61.xml"/><Relationship Id="rId81" Type="http://schemas.openxmlformats.org/officeDocument/2006/relationships/slide" Target="slides/slide62.xml"/><Relationship Id="rId82" Type="http://schemas.openxmlformats.org/officeDocument/2006/relationships/slide" Target="slides/slide63.xml"/><Relationship Id="rId83" Type="http://schemas.openxmlformats.org/officeDocument/2006/relationships/slide" Target="slides/slide64.xml"/><Relationship Id="rId84" Type="http://schemas.openxmlformats.org/officeDocument/2006/relationships/slide" Target="slides/slide65.xml"/><Relationship Id="rId85" Type="http://schemas.openxmlformats.org/officeDocument/2006/relationships/slide" Target="slides/slide66.xml"/><Relationship Id="rId86" Type="http://schemas.openxmlformats.org/officeDocument/2006/relationships/slide" Target="slides/slide67.xml"/><Relationship Id="rId87"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idx="1" type="subTitle"/>
          </p:nvPr>
        </p:nvSpPr>
        <p:spPr>
          <a:xfrm>
            <a:off x="685800" y="2609850"/>
            <a:ext cx="6629400" cy="731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8C1515"/>
              </a:buClr>
              <a:buSzPts val="2800"/>
              <a:buNone/>
              <a:defRPr sz="2800">
                <a:solidFill>
                  <a:srgbClr val="8C1515"/>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2" name="Google Shape;12;p2"/>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sp>
        <p:nvSpPr>
          <p:cNvPr id="13" name="Google Shape;13;p2"/>
          <p:cNvSpPr/>
          <p:nvPr/>
        </p:nvSpPr>
        <p:spPr>
          <a:xfrm>
            <a:off x="274325" y="822947"/>
            <a:ext cx="274200" cy="1523100"/>
          </a:xfrm>
          <a:prstGeom prst="rect">
            <a:avLst/>
          </a:prstGeom>
          <a:solidFill>
            <a:srgbClr val="8C15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txBox="1"/>
          <p:nvPr>
            <p:ph type="title"/>
          </p:nvPr>
        </p:nvSpPr>
        <p:spPr>
          <a:xfrm>
            <a:off x="685800" y="722967"/>
            <a:ext cx="6629400" cy="1759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5" name="Google Shape;15;p2"/>
          <p:cNvSpPr txBox="1"/>
          <p:nvPr>
            <p:ph idx="2" type="subTitle"/>
          </p:nvPr>
        </p:nvSpPr>
        <p:spPr>
          <a:xfrm>
            <a:off x="705425" y="3657600"/>
            <a:ext cx="4892100" cy="502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cxnSp>
        <p:nvCxnSpPr>
          <p:cNvPr id="16" name="Google Shape;16;p2"/>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 name="Shape 17"/>
        <p:cNvGrpSpPr/>
        <p:nvPr/>
      </p:nvGrpSpPr>
      <p:grpSpPr>
        <a:xfrm>
          <a:off x="0" y="0"/>
          <a:ext cx="0" cy="0"/>
          <a:chOff x="0" y="0"/>
          <a:chExt cx="0" cy="0"/>
        </a:xfrm>
      </p:grpSpPr>
      <p:sp>
        <p:nvSpPr>
          <p:cNvPr id="18" name="Google Shape;18;p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
          <p:cNvSpPr txBox="1"/>
          <p:nvPr>
            <p:ph type="title"/>
          </p:nvPr>
        </p:nvSpPr>
        <p:spPr>
          <a:xfrm>
            <a:off x="314525" y="1233175"/>
            <a:ext cx="4045200" cy="1482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000"/>
              <a:buFont typeface="Source Serif 4"/>
              <a:buNone/>
              <a:defRPr sz="4000">
                <a:latin typeface="Source Serif 4"/>
                <a:ea typeface="Source Serif 4"/>
                <a:cs typeface="Source Serif 4"/>
                <a:sym typeface="Source Serif 4"/>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0" name="Google Shape;20;p3"/>
          <p:cNvSpPr txBox="1"/>
          <p:nvPr>
            <p:ph idx="1" type="subTitle"/>
          </p:nvPr>
        </p:nvSpPr>
        <p:spPr>
          <a:xfrm>
            <a:off x="314525" y="2803075"/>
            <a:ext cx="4045200" cy="123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1" name="Google Shape;21;p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22" name="Google Shape;22;p3"/>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23" name="Google Shape;23;p3"/>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Cardinal Red" type="tx">
  <p:cSld name="TITLE_AND_BODY">
    <p:spTree>
      <p:nvGrpSpPr>
        <p:cNvPr id="24" name="Shape 24"/>
        <p:cNvGrpSpPr/>
        <p:nvPr/>
      </p:nvGrpSpPr>
      <p:grpSpPr>
        <a:xfrm>
          <a:off x="0" y="0"/>
          <a:ext cx="0" cy="0"/>
          <a:chOff x="0" y="0"/>
          <a:chExt cx="0" cy="0"/>
        </a:xfrm>
      </p:grpSpPr>
      <p:sp>
        <p:nvSpPr>
          <p:cNvPr id="25" name="Google Shape;25;p4"/>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4"/>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27" name="Google Shape;27;p4"/>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28" name="Google Shape;28;p4"/>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29" name="Google Shape;29;p4"/>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title slide">
  <p:cSld name="TITLE_1">
    <p:spTree>
      <p:nvGrpSpPr>
        <p:cNvPr id="30" name="Shape 30"/>
        <p:cNvGrpSpPr/>
        <p:nvPr/>
      </p:nvGrpSpPr>
      <p:grpSpPr>
        <a:xfrm>
          <a:off x="0" y="0"/>
          <a:ext cx="0" cy="0"/>
          <a:chOff x="0" y="0"/>
          <a:chExt cx="0" cy="0"/>
        </a:xfrm>
      </p:grpSpPr>
      <p:sp>
        <p:nvSpPr>
          <p:cNvPr id="31" name="Google Shape;31;p5"/>
          <p:cNvSpPr txBox="1"/>
          <p:nvPr>
            <p:ph idx="1" type="subTitle"/>
          </p:nvPr>
        </p:nvSpPr>
        <p:spPr>
          <a:xfrm>
            <a:off x="306350" y="4056649"/>
            <a:ext cx="57750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32" name="Google Shape;32;p5"/>
          <p:cNvSpPr txBox="1"/>
          <p:nvPr>
            <p:ph type="title"/>
          </p:nvPr>
        </p:nvSpPr>
        <p:spPr>
          <a:xfrm>
            <a:off x="299599" y="3113024"/>
            <a:ext cx="5775000" cy="65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3" name="Google Shape;33;p5"/>
          <p:cNvSpPr txBox="1"/>
          <p:nvPr>
            <p:ph idx="2" type="subTitle"/>
          </p:nvPr>
        </p:nvSpPr>
        <p:spPr>
          <a:xfrm>
            <a:off x="6074600" y="3333495"/>
            <a:ext cx="2681100" cy="393600"/>
          </a:xfrm>
          <a:prstGeom prst="rect">
            <a:avLst/>
          </a:prstGeom>
          <a:noFill/>
          <a:ln>
            <a:noFill/>
          </a:ln>
        </p:spPr>
        <p:txBody>
          <a:bodyPr anchorCtr="0" anchor="b" bIns="91425" lIns="91425" spcFirstLastPara="1" rIns="91425" wrap="square" tIns="91425">
            <a:noAutofit/>
          </a:bodyPr>
          <a:lstStyle>
            <a:lvl1pPr lvl="0" algn="r">
              <a:lnSpc>
                <a:spcPct val="115000"/>
              </a:lnSpc>
              <a:spcBef>
                <a:spcPts val="0"/>
              </a:spcBef>
              <a:spcAft>
                <a:spcPts val="0"/>
              </a:spcAft>
              <a:buSzPts val="1400"/>
              <a:buNone/>
              <a:defRPr/>
            </a:lvl1pPr>
            <a:lvl2pPr lvl="1" algn="r">
              <a:lnSpc>
                <a:spcPct val="115000"/>
              </a:lnSpc>
              <a:spcBef>
                <a:spcPts val="0"/>
              </a:spcBef>
              <a:spcAft>
                <a:spcPts val="0"/>
              </a:spcAft>
              <a:buSzPts val="1400"/>
              <a:buNone/>
              <a:defRPr/>
            </a:lvl2pPr>
            <a:lvl3pPr lvl="2" algn="r">
              <a:lnSpc>
                <a:spcPct val="115000"/>
              </a:lnSpc>
              <a:spcBef>
                <a:spcPts val="0"/>
              </a:spcBef>
              <a:spcAft>
                <a:spcPts val="0"/>
              </a:spcAft>
              <a:buSzPts val="1400"/>
              <a:buNone/>
              <a:defRPr/>
            </a:lvl3pPr>
            <a:lvl4pPr lvl="3" algn="r">
              <a:lnSpc>
                <a:spcPct val="115000"/>
              </a:lnSpc>
              <a:spcBef>
                <a:spcPts val="0"/>
              </a:spcBef>
              <a:spcAft>
                <a:spcPts val="0"/>
              </a:spcAft>
              <a:buSzPts val="1400"/>
              <a:buNone/>
              <a:defRPr/>
            </a:lvl4pPr>
            <a:lvl5pPr lvl="4" algn="r">
              <a:lnSpc>
                <a:spcPct val="115000"/>
              </a:lnSpc>
              <a:spcBef>
                <a:spcPts val="0"/>
              </a:spcBef>
              <a:spcAft>
                <a:spcPts val="0"/>
              </a:spcAft>
              <a:buSzPts val="1400"/>
              <a:buNone/>
              <a:defRPr/>
            </a:lvl5pPr>
            <a:lvl6pPr lvl="5" algn="r">
              <a:lnSpc>
                <a:spcPct val="115000"/>
              </a:lnSpc>
              <a:spcBef>
                <a:spcPts val="0"/>
              </a:spcBef>
              <a:spcAft>
                <a:spcPts val="0"/>
              </a:spcAft>
              <a:buSzPts val="1400"/>
              <a:buNone/>
              <a:defRPr/>
            </a:lvl6pPr>
            <a:lvl7pPr lvl="6" algn="r">
              <a:lnSpc>
                <a:spcPct val="115000"/>
              </a:lnSpc>
              <a:spcBef>
                <a:spcPts val="0"/>
              </a:spcBef>
              <a:spcAft>
                <a:spcPts val="0"/>
              </a:spcAft>
              <a:buSzPts val="1400"/>
              <a:buNone/>
              <a:defRPr/>
            </a:lvl7pPr>
            <a:lvl8pPr lvl="7" algn="r">
              <a:lnSpc>
                <a:spcPct val="115000"/>
              </a:lnSpc>
              <a:spcBef>
                <a:spcPts val="0"/>
              </a:spcBef>
              <a:spcAft>
                <a:spcPts val="0"/>
              </a:spcAft>
              <a:buSzPts val="1400"/>
              <a:buNone/>
              <a:defRPr/>
            </a:lvl8pPr>
            <a:lvl9pPr lvl="8" algn="r">
              <a:lnSpc>
                <a:spcPct val="115000"/>
              </a:lnSpc>
              <a:spcBef>
                <a:spcPts val="0"/>
              </a:spcBef>
              <a:spcAft>
                <a:spcPts val="0"/>
              </a:spcAft>
              <a:buSzPts val="1400"/>
              <a:buNone/>
              <a:defRPr/>
            </a:lvl9pPr>
          </a:lstStyle>
          <a:p/>
        </p:txBody>
      </p:sp>
      <p:sp>
        <p:nvSpPr>
          <p:cNvPr id="34" name="Google Shape;34;p5"/>
          <p:cNvSpPr/>
          <p:nvPr>
            <p:ph idx="3" type="pic"/>
          </p:nvPr>
        </p:nvSpPr>
        <p:spPr>
          <a:xfrm>
            <a:off x="228600" y="223150"/>
            <a:ext cx="8686800" cy="2514600"/>
          </a:xfrm>
          <a:prstGeom prst="rect">
            <a:avLst/>
          </a:prstGeom>
          <a:noFill/>
          <a:ln>
            <a:noFill/>
          </a:ln>
        </p:spPr>
      </p:sp>
      <p:cxnSp>
        <p:nvCxnSpPr>
          <p:cNvPr id="35" name="Google Shape;35;p5"/>
          <p:cNvCxnSpPr/>
          <p:nvPr/>
        </p:nvCxnSpPr>
        <p:spPr>
          <a:xfrm>
            <a:off x="371791" y="384027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36" name="Google Shape;36;p5"/>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7" name="Google Shape;37;p5"/>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type="secHead">
  <p:cSld name="SECTION_HEADER">
    <p:spTree>
      <p:nvGrpSpPr>
        <p:cNvPr id="38" name="Shape 38"/>
        <p:cNvGrpSpPr/>
        <p:nvPr/>
      </p:nvGrpSpPr>
      <p:grpSpPr>
        <a:xfrm>
          <a:off x="0" y="0"/>
          <a:ext cx="0" cy="0"/>
          <a:chOff x="0" y="0"/>
          <a:chExt cx="0" cy="0"/>
        </a:xfrm>
      </p:grpSpPr>
      <p:sp>
        <p:nvSpPr>
          <p:cNvPr id="39" name="Google Shape;39;p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Font typeface="Source Serif 4"/>
              <a:buNone/>
              <a:defRPr sz="3600">
                <a:latin typeface="Source Serif 4"/>
                <a:ea typeface="Source Serif 4"/>
                <a:cs typeface="Source Serif 4"/>
                <a:sym typeface="Source Serif 4"/>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40" name="Google Shape;40;p6"/>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1" name="Google Shape;41;p6"/>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Lagunita">
  <p:cSld name="TITLE_AND_BODY_4">
    <p:spTree>
      <p:nvGrpSpPr>
        <p:cNvPr id="42" name="Shape 42"/>
        <p:cNvGrpSpPr/>
        <p:nvPr/>
      </p:nvGrpSpPr>
      <p:grpSpPr>
        <a:xfrm>
          <a:off x="0" y="0"/>
          <a:ext cx="0" cy="0"/>
          <a:chOff x="0" y="0"/>
          <a:chExt cx="0" cy="0"/>
        </a:xfrm>
      </p:grpSpPr>
      <p:sp>
        <p:nvSpPr>
          <p:cNvPr id="43" name="Google Shape;43;p7"/>
          <p:cNvSpPr txBox="1"/>
          <p:nvPr>
            <p:ph type="title"/>
          </p:nvPr>
        </p:nvSpPr>
        <p:spPr>
          <a:xfrm>
            <a:off x="311700" y="244516"/>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4" name="Google Shape;44;p7"/>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5" name="Google Shape;45;p7"/>
          <p:cNvSpPr/>
          <p:nvPr/>
        </p:nvSpPr>
        <p:spPr>
          <a:xfrm>
            <a:off x="7909560" y="277400"/>
            <a:ext cx="1371600" cy="457200"/>
          </a:xfrm>
          <a:prstGeom prst="rect">
            <a:avLst/>
          </a:prstGeom>
          <a:solidFill>
            <a:srgbClr val="006C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46" name="Google Shape;46;p7"/>
          <p:cNvSpPr txBox="1"/>
          <p:nvPr>
            <p:ph idx="2"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cxnSp>
        <p:nvCxnSpPr>
          <p:cNvPr id="47" name="Google Shape;47;p7"/>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48" name="Google Shape;48;p7"/>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9" name="Google Shape;49;p7"/>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utumn Gingko">
  <p:cSld name="TITLE_AND_BODY_4_1">
    <p:spTree>
      <p:nvGrpSpPr>
        <p:cNvPr id="50" name="Shape 50"/>
        <p:cNvGrpSpPr/>
        <p:nvPr/>
      </p:nvGrpSpPr>
      <p:grpSpPr>
        <a:xfrm>
          <a:off x="0" y="0"/>
          <a:ext cx="0" cy="0"/>
          <a:chOff x="0" y="0"/>
          <a:chExt cx="0" cy="0"/>
        </a:xfrm>
      </p:grpSpPr>
      <p:sp>
        <p:nvSpPr>
          <p:cNvPr id="51" name="Google Shape;51;p8"/>
          <p:cNvSpPr txBox="1"/>
          <p:nvPr>
            <p:ph type="title"/>
          </p:nvPr>
        </p:nvSpPr>
        <p:spPr>
          <a:xfrm>
            <a:off x="311700" y="244516"/>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8"/>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3" name="Google Shape;53;p8"/>
          <p:cNvSpPr/>
          <p:nvPr/>
        </p:nvSpPr>
        <p:spPr>
          <a:xfrm>
            <a:off x="7909560" y="277400"/>
            <a:ext cx="1371600" cy="457200"/>
          </a:xfrm>
          <a:prstGeom prst="rect">
            <a:avLst/>
          </a:prstGeom>
          <a:solidFill>
            <a:srgbClr val="F1AD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54" name="Google Shape;54;p8"/>
          <p:cNvSpPr txBox="1"/>
          <p:nvPr>
            <p:ph idx="2"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cxnSp>
        <p:nvCxnSpPr>
          <p:cNvPr id="55" name="Google Shape;55;p8"/>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56" name="Google Shape;56;p8"/>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57" name="Google Shape;57;p8"/>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Brick">
  <p:cSld name="TITLE_AND_BODY_4_1_1">
    <p:spTree>
      <p:nvGrpSpPr>
        <p:cNvPr id="58" name="Shape 58"/>
        <p:cNvGrpSpPr/>
        <p:nvPr/>
      </p:nvGrpSpPr>
      <p:grpSpPr>
        <a:xfrm>
          <a:off x="0" y="0"/>
          <a:ext cx="0" cy="0"/>
          <a:chOff x="0" y="0"/>
          <a:chExt cx="0" cy="0"/>
        </a:xfrm>
      </p:grpSpPr>
      <p:sp>
        <p:nvSpPr>
          <p:cNvPr id="59" name="Google Shape;59;p9"/>
          <p:cNvSpPr txBox="1"/>
          <p:nvPr>
            <p:ph type="title"/>
          </p:nvPr>
        </p:nvSpPr>
        <p:spPr>
          <a:xfrm>
            <a:off x="311700" y="244516"/>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9"/>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9"/>
          <p:cNvSpPr/>
          <p:nvPr/>
        </p:nvSpPr>
        <p:spPr>
          <a:xfrm>
            <a:off x="7909560" y="277400"/>
            <a:ext cx="1371600" cy="457200"/>
          </a:xfrm>
          <a:prstGeom prst="rect">
            <a:avLst/>
          </a:prstGeom>
          <a:solidFill>
            <a:srgbClr val="7F2D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62" name="Google Shape;62;p9"/>
          <p:cNvSpPr txBox="1"/>
          <p:nvPr>
            <p:ph idx="2"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63" name="Google Shape;63;p9"/>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64" name="Google Shape;64;p9"/>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65" name="Google Shape;65;p9"/>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Bay">
  <p:cSld name="TITLE_AND_BODY_4_1_1_1">
    <p:spTree>
      <p:nvGrpSpPr>
        <p:cNvPr id="66" name="Shape 66"/>
        <p:cNvGrpSpPr/>
        <p:nvPr/>
      </p:nvGrpSpPr>
      <p:grpSpPr>
        <a:xfrm>
          <a:off x="0" y="0"/>
          <a:ext cx="0" cy="0"/>
          <a:chOff x="0" y="0"/>
          <a:chExt cx="0" cy="0"/>
        </a:xfrm>
      </p:grpSpPr>
      <p:sp>
        <p:nvSpPr>
          <p:cNvPr id="67" name="Google Shape;67;p10"/>
          <p:cNvSpPr txBox="1"/>
          <p:nvPr>
            <p:ph type="title"/>
          </p:nvPr>
        </p:nvSpPr>
        <p:spPr>
          <a:xfrm>
            <a:off x="311700" y="244516"/>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8" name="Google Shape;68;p10"/>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9" name="Google Shape;69;p10"/>
          <p:cNvSpPr/>
          <p:nvPr/>
        </p:nvSpPr>
        <p:spPr>
          <a:xfrm>
            <a:off x="7909560" y="277400"/>
            <a:ext cx="1371600" cy="457200"/>
          </a:xfrm>
          <a:prstGeom prst="rect">
            <a:avLst/>
          </a:prstGeom>
          <a:solidFill>
            <a:srgbClr val="41786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70" name="Google Shape;70;p10"/>
          <p:cNvSpPr txBox="1"/>
          <p:nvPr>
            <p:ph idx="2"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71" name="Google Shape;71;p10"/>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72" name="Google Shape;72;p10"/>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73" name="Google Shape;73;p10"/>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Poppy">
  <p:cSld name="TITLE_AND_BODY_4_1_1_1_1">
    <p:spTree>
      <p:nvGrpSpPr>
        <p:cNvPr id="74" name="Shape 74"/>
        <p:cNvGrpSpPr/>
        <p:nvPr/>
      </p:nvGrpSpPr>
      <p:grpSpPr>
        <a:xfrm>
          <a:off x="0" y="0"/>
          <a:ext cx="0" cy="0"/>
          <a:chOff x="0" y="0"/>
          <a:chExt cx="0" cy="0"/>
        </a:xfrm>
      </p:grpSpPr>
      <p:sp>
        <p:nvSpPr>
          <p:cNvPr id="75" name="Google Shape;75;p11"/>
          <p:cNvSpPr txBox="1"/>
          <p:nvPr>
            <p:ph type="title"/>
          </p:nvPr>
        </p:nvSpPr>
        <p:spPr>
          <a:xfrm>
            <a:off x="311700" y="244516"/>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6" name="Google Shape;76;p11"/>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7" name="Google Shape;77;p11"/>
          <p:cNvSpPr/>
          <p:nvPr/>
        </p:nvSpPr>
        <p:spPr>
          <a:xfrm>
            <a:off x="7909560" y="277400"/>
            <a:ext cx="1371600" cy="457200"/>
          </a:xfrm>
          <a:prstGeom prst="rect">
            <a:avLst/>
          </a:prstGeom>
          <a:solidFill>
            <a:srgbClr val="D1660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78" name="Google Shape;78;p11"/>
          <p:cNvSpPr txBox="1"/>
          <p:nvPr>
            <p:ph idx="2"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79" name="Google Shape;79;p11"/>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80" name="Google Shape;80;p11"/>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81" name="Google Shape;81;p11"/>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Digital Blue">
  <p:cSld name="TITLE_AND_BODY_4_1_1_1_1_1">
    <p:spTree>
      <p:nvGrpSpPr>
        <p:cNvPr id="82" name="Shape 82"/>
        <p:cNvGrpSpPr/>
        <p:nvPr/>
      </p:nvGrpSpPr>
      <p:grpSpPr>
        <a:xfrm>
          <a:off x="0" y="0"/>
          <a:ext cx="0" cy="0"/>
          <a:chOff x="0" y="0"/>
          <a:chExt cx="0" cy="0"/>
        </a:xfrm>
      </p:grpSpPr>
      <p:sp>
        <p:nvSpPr>
          <p:cNvPr id="83" name="Google Shape;83;p12"/>
          <p:cNvSpPr txBox="1"/>
          <p:nvPr>
            <p:ph type="title"/>
          </p:nvPr>
        </p:nvSpPr>
        <p:spPr>
          <a:xfrm>
            <a:off x="311700" y="244516"/>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4" name="Google Shape;84;p12"/>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12"/>
          <p:cNvSpPr/>
          <p:nvPr/>
        </p:nvSpPr>
        <p:spPr>
          <a:xfrm>
            <a:off x="7909560" y="277400"/>
            <a:ext cx="1371600" cy="457200"/>
          </a:xfrm>
          <a:prstGeom prst="rect">
            <a:avLst/>
          </a:prstGeom>
          <a:solidFill>
            <a:srgbClr val="0054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86" name="Google Shape;86;p12"/>
          <p:cNvSpPr txBox="1"/>
          <p:nvPr>
            <p:ph idx="2"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87" name="Google Shape;87;p12"/>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88" name="Google Shape;88;p12"/>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89" name="Google Shape;89;p12"/>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Cardinal Red" type="twoColTx">
  <p:cSld name="TITLE_AND_TWO_COLUMNS">
    <p:spTree>
      <p:nvGrpSpPr>
        <p:cNvPr id="90" name="Shape 90"/>
        <p:cNvGrpSpPr/>
        <p:nvPr/>
      </p:nvGrpSpPr>
      <p:grpSpPr>
        <a:xfrm>
          <a:off x="0" y="0"/>
          <a:ext cx="0" cy="0"/>
          <a:chOff x="0" y="0"/>
          <a:chExt cx="0" cy="0"/>
        </a:xfrm>
      </p:grpSpPr>
      <p:sp>
        <p:nvSpPr>
          <p:cNvPr id="91" name="Google Shape;91;p13"/>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2" name="Google Shape;92;p13"/>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3" name="Google Shape;93;p13"/>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94" name="Google Shape;94;p13"/>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95" name="Google Shape;95;p13"/>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96" name="Google Shape;96;p13"/>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Lagunita">
  <p:cSld name="TITLE_AND_TWO_COLUMNS_1">
    <p:spTree>
      <p:nvGrpSpPr>
        <p:cNvPr id="97" name="Shape 97"/>
        <p:cNvGrpSpPr/>
        <p:nvPr/>
      </p:nvGrpSpPr>
      <p:grpSpPr>
        <a:xfrm>
          <a:off x="0" y="0"/>
          <a:ext cx="0" cy="0"/>
          <a:chOff x="0" y="0"/>
          <a:chExt cx="0" cy="0"/>
        </a:xfrm>
      </p:grpSpPr>
      <p:sp>
        <p:nvSpPr>
          <p:cNvPr id="98" name="Google Shape;98;p14"/>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9" name="Google Shape;99;p14"/>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0" name="Google Shape;100;p14"/>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1" name="Google Shape;101;p14"/>
          <p:cNvSpPr/>
          <p:nvPr/>
        </p:nvSpPr>
        <p:spPr>
          <a:xfrm>
            <a:off x="7909560" y="277400"/>
            <a:ext cx="1371600" cy="457200"/>
          </a:xfrm>
          <a:prstGeom prst="rect">
            <a:avLst/>
          </a:prstGeom>
          <a:solidFill>
            <a:srgbClr val="006C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102" name="Google Shape;102;p14"/>
          <p:cNvSpPr txBox="1"/>
          <p:nvPr>
            <p:ph idx="3"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cxnSp>
        <p:nvCxnSpPr>
          <p:cNvPr id="103" name="Google Shape;103;p14"/>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04" name="Google Shape;104;p14"/>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05" name="Google Shape;105;p14"/>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utumn Gingko">
  <p:cSld name="TITLE_AND_TWO_COLUMNS_1_1">
    <p:spTree>
      <p:nvGrpSpPr>
        <p:cNvPr id="106" name="Shape 106"/>
        <p:cNvGrpSpPr/>
        <p:nvPr/>
      </p:nvGrpSpPr>
      <p:grpSpPr>
        <a:xfrm>
          <a:off x="0" y="0"/>
          <a:ext cx="0" cy="0"/>
          <a:chOff x="0" y="0"/>
          <a:chExt cx="0" cy="0"/>
        </a:xfrm>
      </p:grpSpPr>
      <p:sp>
        <p:nvSpPr>
          <p:cNvPr id="107" name="Google Shape;107;p15"/>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8" name="Google Shape;108;p15"/>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9" name="Google Shape;109;p15"/>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0" name="Google Shape;110;p15"/>
          <p:cNvSpPr/>
          <p:nvPr/>
        </p:nvSpPr>
        <p:spPr>
          <a:xfrm>
            <a:off x="7909560" y="277400"/>
            <a:ext cx="1371600" cy="457200"/>
          </a:xfrm>
          <a:prstGeom prst="rect">
            <a:avLst/>
          </a:prstGeom>
          <a:solidFill>
            <a:srgbClr val="F1AD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111" name="Google Shape;111;p15"/>
          <p:cNvSpPr txBox="1"/>
          <p:nvPr>
            <p:ph idx="3"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cxnSp>
        <p:nvCxnSpPr>
          <p:cNvPr id="112" name="Google Shape;112;p15"/>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13" name="Google Shape;113;p15"/>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14" name="Google Shape;114;p15"/>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Brick">
  <p:cSld name="TITLE_AND_TWO_COLUMNS_1_1_1">
    <p:spTree>
      <p:nvGrpSpPr>
        <p:cNvPr id="115" name="Shape 115"/>
        <p:cNvGrpSpPr/>
        <p:nvPr/>
      </p:nvGrpSpPr>
      <p:grpSpPr>
        <a:xfrm>
          <a:off x="0" y="0"/>
          <a:ext cx="0" cy="0"/>
          <a:chOff x="0" y="0"/>
          <a:chExt cx="0" cy="0"/>
        </a:xfrm>
      </p:grpSpPr>
      <p:sp>
        <p:nvSpPr>
          <p:cNvPr id="116" name="Google Shape;116;p16"/>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7" name="Google Shape;117;p16"/>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16"/>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9" name="Google Shape;119;p16"/>
          <p:cNvSpPr/>
          <p:nvPr/>
        </p:nvSpPr>
        <p:spPr>
          <a:xfrm>
            <a:off x="7909560" y="277400"/>
            <a:ext cx="1371600" cy="457200"/>
          </a:xfrm>
          <a:prstGeom prst="rect">
            <a:avLst/>
          </a:prstGeom>
          <a:solidFill>
            <a:srgbClr val="7F2D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120" name="Google Shape;120;p16"/>
          <p:cNvSpPr txBox="1"/>
          <p:nvPr>
            <p:ph idx="3"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121" name="Google Shape;121;p16"/>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22" name="Google Shape;122;p16"/>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23" name="Google Shape;123;p16"/>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Bay">
  <p:cSld name="TITLE_AND_TWO_COLUMNS_1_1_1_1">
    <p:spTree>
      <p:nvGrpSpPr>
        <p:cNvPr id="124" name="Shape 124"/>
        <p:cNvGrpSpPr/>
        <p:nvPr/>
      </p:nvGrpSpPr>
      <p:grpSpPr>
        <a:xfrm>
          <a:off x="0" y="0"/>
          <a:ext cx="0" cy="0"/>
          <a:chOff x="0" y="0"/>
          <a:chExt cx="0" cy="0"/>
        </a:xfrm>
      </p:grpSpPr>
      <p:sp>
        <p:nvSpPr>
          <p:cNvPr id="125" name="Google Shape;125;p17"/>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6" name="Google Shape;126;p17"/>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7" name="Google Shape;127;p17"/>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17"/>
          <p:cNvSpPr/>
          <p:nvPr/>
        </p:nvSpPr>
        <p:spPr>
          <a:xfrm>
            <a:off x="7909560" y="277400"/>
            <a:ext cx="1371600" cy="457200"/>
          </a:xfrm>
          <a:prstGeom prst="rect">
            <a:avLst/>
          </a:prstGeom>
          <a:solidFill>
            <a:srgbClr val="41786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129" name="Google Shape;129;p17"/>
          <p:cNvSpPr txBox="1"/>
          <p:nvPr>
            <p:ph idx="3"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130" name="Google Shape;130;p17"/>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31" name="Google Shape;131;p17"/>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32" name="Google Shape;132;p17"/>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Poppy">
  <p:cSld name="TITLE_AND_TWO_COLUMNS_1_1_1_1_1">
    <p:spTree>
      <p:nvGrpSpPr>
        <p:cNvPr id="133" name="Shape 133"/>
        <p:cNvGrpSpPr/>
        <p:nvPr/>
      </p:nvGrpSpPr>
      <p:grpSpPr>
        <a:xfrm>
          <a:off x="0" y="0"/>
          <a:ext cx="0" cy="0"/>
          <a:chOff x="0" y="0"/>
          <a:chExt cx="0" cy="0"/>
        </a:xfrm>
      </p:grpSpPr>
      <p:sp>
        <p:nvSpPr>
          <p:cNvPr id="134" name="Google Shape;134;p18"/>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5" name="Google Shape;135;p18"/>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6" name="Google Shape;136;p18"/>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7" name="Google Shape;137;p18"/>
          <p:cNvSpPr/>
          <p:nvPr/>
        </p:nvSpPr>
        <p:spPr>
          <a:xfrm>
            <a:off x="7909560" y="277400"/>
            <a:ext cx="1371600" cy="457200"/>
          </a:xfrm>
          <a:prstGeom prst="rect">
            <a:avLst/>
          </a:prstGeom>
          <a:solidFill>
            <a:srgbClr val="D1660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138" name="Google Shape;138;p18"/>
          <p:cNvSpPr txBox="1"/>
          <p:nvPr>
            <p:ph idx="3"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139" name="Google Shape;139;p18"/>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40" name="Google Shape;140;p18"/>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41" name="Google Shape;141;p18"/>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Digital Blue">
  <p:cSld name="TITLE_AND_TWO_COLUMNS_1_1_1_1_1_1">
    <p:spTree>
      <p:nvGrpSpPr>
        <p:cNvPr id="142" name="Shape 142"/>
        <p:cNvGrpSpPr/>
        <p:nvPr/>
      </p:nvGrpSpPr>
      <p:grpSpPr>
        <a:xfrm>
          <a:off x="0" y="0"/>
          <a:ext cx="0" cy="0"/>
          <a:chOff x="0" y="0"/>
          <a:chExt cx="0" cy="0"/>
        </a:xfrm>
      </p:grpSpPr>
      <p:sp>
        <p:nvSpPr>
          <p:cNvPr id="143" name="Google Shape;143;p19"/>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4" name="Google Shape;144;p19"/>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5" name="Google Shape;145;p19"/>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6" name="Google Shape;146;p19"/>
          <p:cNvSpPr/>
          <p:nvPr/>
        </p:nvSpPr>
        <p:spPr>
          <a:xfrm>
            <a:off x="7909560" y="277400"/>
            <a:ext cx="1371600" cy="457200"/>
          </a:xfrm>
          <a:prstGeom prst="rect">
            <a:avLst/>
          </a:prstGeom>
          <a:solidFill>
            <a:srgbClr val="0054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147" name="Google Shape;147;p19"/>
          <p:cNvSpPr txBox="1"/>
          <p:nvPr>
            <p:ph idx="3"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148" name="Google Shape;148;p19"/>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49" name="Google Shape;149;p19"/>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50" name="Google Shape;150;p19"/>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Cardinal Red" type="titleOnly">
  <p:cSld name="TITLE_ONLY">
    <p:spTree>
      <p:nvGrpSpPr>
        <p:cNvPr id="151" name="Shape 151"/>
        <p:cNvGrpSpPr/>
        <p:nvPr/>
      </p:nvGrpSpPr>
      <p:grpSpPr>
        <a:xfrm>
          <a:off x="0" y="0"/>
          <a:ext cx="0" cy="0"/>
          <a:chOff x="0" y="0"/>
          <a:chExt cx="0" cy="0"/>
        </a:xfrm>
      </p:grpSpPr>
      <p:sp>
        <p:nvSpPr>
          <p:cNvPr id="152" name="Google Shape;152;p20"/>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153" name="Google Shape;153;p20"/>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54" name="Google Shape;154;p20"/>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55" name="Google Shape;155;p20"/>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Lagunita">
  <p:cSld name="TITLE_ONLY_1">
    <p:spTree>
      <p:nvGrpSpPr>
        <p:cNvPr id="156" name="Shape 156"/>
        <p:cNvGrpSpPr/>
        <p:nvPr/>
      </p:nvGrpSpPr>
      <p:grpSpPr>
        <a:xfrm>
          <a:off x="0" y="0"/>
          <a:ext cx="0" cy="0"/>
          <a:chOff x="0" y="0"/>
          <a:chExt cx="0" cy="0"/>
        </a:xfrm>
      </p:grpSpPr>
      <p:sp>
        <p:nvSpPr>
          <p:cNvPr id="157" name="Google Shape;157;p21"/>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8" name="Google Shape;158;p21"/>
          <p:cNvSpPr/>
          <p:nvPr/>
        </p:nvSpPr>
        <p:spPr>
          <a:xfrm>
            <a:off x="7909560" y="277400"/>
            <a:ext cx="1371600" cy="457200"/>
          </a:xfrm>
          <a:prstGeom prst="rect">
            <a:avLst/>
          </a:prstGeom>
          <a:solidFill>
            <a:srgbClr val="006C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159" name="Google Shape;159;p21"/>
          <p:cNvSpPr txBox="1"/>
          <p:nvPr>
            <p:ph idx="1"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cxnSp>
        <p:nvCxnSpPr>
          <p:cNvPr id="160" name="Google Shape;160;p21"/>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61" name="Google Shape;161;p21"/>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62" name="Google Shape;162;p21"/>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utumn Gingko">
  <p:cSld name="TITLE_ONLY_1_1">
    <p:spTree>
      <p:nvGrpSpPr>
        <p:cNvPr id="163" name="Shape 163"/>
        <p:cNvGrpSpPr/>
        <p:nvPr/>
      </p:nvGrpSpPr>
      <p:grpSpPr>
        <a:xfrm>
          <a:off x="0" y="0"/>
          <a:ext cx="0" cy="0"/>
          <a:chOff x="0" y="0"/>
          <a:chExt cx="0" cy="0"/>
        </a:xfrm>
      </p:grpSpPr>
      <p:sp>
        <p:nvSpPr>
          <p:cNvPr id="164" name="Google Shape;164;p22"/>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5" name="Google Shape;165;p22"/>
          <p:cNvSpPr/>
          <p:nvPr/>
        </p:nvSpPr>
        <p:spPr>
          <a:xfrm>
            <a:off x="7909560" y="277400"/>
            <a:ext cx="1371600" cy="457200"/>
          </a:xfrm>
          <a:prstGeom prst="rect">
            <a:avLst/>
          </a:prstGeom>
          <a:solidFill>
            <a:srgbClr val="F1AD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166" name="Google Shape;166;p22"/>
          <p:cNvSpPr txBox="1"/>
          <p:nvPr>
            <p:ph idx="1"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cxnSp>
        <p:nvCxnSpPr>
          <p:cNvPr id="167" name="Google Shape;167;p22"/>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68" name="Google Shape;168;p22"/>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69" name="Google Shape;169;p22"/>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Brick">
  <p:cSld name="TITLE_ONLY_1_1_1">
    <p:spTree>
      <p:nvGrpSpPr>
        <p:cNvPr id="170" name="Shape 170"/>
        <p:cNvGrpSpPr/>
        <p:nvPr/>
      </p:nvGrpSpPr>
      <p:grpSpPr>
        <a:xfrm>
          <a:off x="0" y="0"/>
          <a:ext cx="0" cy="0"/>
          <a:chOff x="0" y="0"/>
          <a:chExt cx="0" cy="0"/>
        </a:xfrm>
      </p:grpSpPr>
      <p:sp>
        <p:nvSpPr>
          <p:cNvPr id="171" name="Google Shape;171;p23"/>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2" name="Google Shape;172;p23"/>
          <p:cNvSpPr/>
          <p:nvPr/>
        </p:nvSpPr>
        <p:spPr>
          <a:xfrm>
            <a:off x="7909560" y="277400"/>
            <a:ext cx="1371600" cy="457200"/>
          </a:xfrm>
          <a:prstGeom prst="rect">
            <a:avLst/>
          </a:prstGeom>
          <a:solidFill>
            <a:srgbClr val="7F2D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173" name="Google Shape;173;p23"/>
          <p:cNvSpPr txBox="1"/>
          <p:nvPr>
            <p:ph idx="1"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174" name="Google Shape;174;p23"/>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75" name="Google Shape;175;p23"/>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76" name="Google Shape;176;p23"/>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Bay">
  <p:cSld name="TITLE_ONLY_1_1_1_1">
    <p:spTree>
      <p:nvGrpSpPr>
        <p:cNvPr id="177" name="Shape 177"/>
        <p:cNvGrpSpPr/>
        <p:nvPr/>
      </p:nvGrpSpPr>
      <p:grpSpPr>
        <a:xfrm>
          <a:off x="0" y="0"/>
          <a:ext cx="0" cy="0"/>
          <a:chOff x="0" y="0"/>
          <a:chExt cx="0" cy="0"/>
        </a:xfrm>
      </p:grpSpPr>
      <p:sp>
        <p:nvSpPr>
          <p:cNvPr id="178" name="Google Shape;178;p24"/>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9" name="Google Shape;179;p24"/>
          <p:cNvSpPr/>
          <p:nvPr/>
        </p:nvSpPr>
        <p:spPr>
          <a:xfrm>
            <a:off x="7909560" y="277400"/>
            <a:ext cx="1371600" cy="457200"/>
          </a:xfrm>
          <a:prstGeom prst="rect">
            <a:avLst/>
          </a:prstGeom>
          <a:solidFill>
            <a:srgbClr val="41786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180" name="Google Shape;180;p24"/>
          <p:cNvSpPr txBox="1"/>
          <p:nvPr>
            <p:ph idx="1"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181" name="Google Shape;181;p24"/>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82" name="Google Shape;182;p24"/>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83" name="Google Shape;183;p24"/>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Poppy">
  <p:cSld name="TITLE_ONLY_1_1_1_1_1">
    <p:spTree>
      <p:nvGrpSpPr>
        <p:cNvPr id="184" name="Shape 184"/>
        <p:cNvGrpSpPr/>
        <p:nvPr/>
      </p:nvGrpSpPr>
      <p:grpSpPr>
        <a:xfrm>
          <a:off x="0" y="0"/>
          <a:ext cx="0" cy="0"/>
          <a:chOff x="0" y="0"/>
          <a:chExt cx="0" cy="0"/>
        </a:xfrm>
      </p:grpSpPr>
      <p:sp>
        <p:nvSpPr>
          <p:cNvPr id="185" name="Google Shape;185;p25"/>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6" name="Google Shape;186;p25"/>
          <p:cNvSpPr/>
          <p:nvPr/>
        </p:nvSpPr>
        <p:spPr>
          <a:xfrm>
            <a:off x="7909560" y="277400"/>
            <a:ext cx="1371600" cy="457200"/>
          </a:xfrm>
          <a:prstGeom prst="rect">
            <a:avLst/>
          </a:prstGeom>
          <a:solidFill>
            <a:srgbClr val="D1660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187" name="Google Shape;187;p25"/>
          <p:cNvSpPr txBox="1"/>
          <p:nvPr>
            <p:ph idx="1"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188" name="Google Shape;188;p25"/>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89" name="Google Shape;189;p25"/>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90" name="Google Shape;190;p25"/>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Digital Blue">
  <p:cSld name="TITLE_ONLY_1_1_1_1_1_1">
    <p:spTree>
      <p:nvGrpSpPr>
        <p:cNvPr id="191" name="Shape 191"/>
        <p:cNvGrpSpPr/>
        <p:nvPr/>
      </p:nvGrpSpPr>
      <p:grpSpPr>
        <a:xfrm>
          <a:off x="0" y="0"/>
          <a:ext cx="0" cy="0"/>
          <a:chOff x="0" y="0"/>
          <a:chExt cx="0" cy="0"/>
        </a:xfrm>
      </p:grpSpPr>
      <p:sp>
        <p:nvSpPr>
          <p:cNvPr id="192" name="Google Shape;192;p26"/>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3" name="Google Shape;193;p26"/>
          <p:cNvSpPr/>
          <p:nvPr/>
        </p:nvSpPr>
        <p:spPr>
          <a:xfrm>
            <a:off x="7909560" y="277400"/>
            <a:ext cx="1371600" cy="457200"/>
          </a:xfrm>
          <a:prstGeom prst="rect">
            <a:avLst/>
          </a:prstGeom>
          <a:solidFill>
            <a:srgbClr val="0054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Source Sans 3"/>
              <a:ea typeface="Source Sans 3"/>
              <a:cs typeface="Source Sans 3"/>
              <a:sym typeface="Source Sans 3"/>
            </a:endParaRPr>
          </a:p>
        </p:txBody>
      </p:sp>
      <p:sp>
        <p:nvSpPr>
          <p:cNvPr id="194" name="Google Shape;194;p26"/>
          <p:cNvSpPr txBox="1"/>
          <p:nvPr>
            <p:ph idx="1"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195" name="Google Shape;195;p26"/>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196" name="Google Shape;196;p26"/>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197" name="Google Shape;197;p26"/>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8" name="Shape 198"/>
        <p:cNvGrpSpPr/>
        <p:nvPr/>
      </p:nvGrpSpPr>
      <p:grpSpPr>
        <a:xfrm>
          <a:off x="0" y="0"/>
          <a:ext cx="0" cy="0"/>
          <a:chOff x="0" y="0"/>
          <a:chExt cx="0" cy="0"/>
        </a:xfrm>
      </p:grpSpPr>
      <p:sp>
        <p:nvSpPr>
          <p:cNvPr id="199" name="Google Shape;199;p27"/>
          <p:cNvSpPr txBox="1"/>
          <p:nvPr>
            <p:ph idx="1" type="body"/>
          </p:nvPr>
        </p:nvSpPr>
        <p:spPr>
          <a:xfrm>
            <a:off x="311700" y="1546950"/>
            <a:ext cx="3807600" cy="3179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0" name="Google Shape;200;p27"/>
          <p:cNvSpPr txBox="1"/>
          <p:nvPr>
            <p:ph type="title"/>
          </p:nvPr>
        </p:nvSpPr>
        <p:spPr>
          <a:xfrm>
            <a:off x="311700" y="671394"/>
            <a:ext cx="3807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201" name="Google Shape;201;p27"/>
          <p:cNvCxnSpPr/>
          <p:nvPr/>
        </p:nvCxnSpPr>
        <p:spPr>
          <a:xfrm>
            <a:off x="401902" y="13200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202" name="Google Shape;202;p27"/>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203" name="Google Shape;203;p27"/>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extLst>
    <p:ext uri="{DCECCB84-F9BA-43D5-87BE-67443E8EF086}">
      <p15:sldGuideLst>
        <p15:guide id="1" pos="2880">
          <p15:clr>
            <a:srgbClr val="E46962"/>
          </p15:clr>
        </p15:guide>
        <p15:guide id="2" orient="horz" pos="684">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Cardinal">
  <p:cSld name="MAIN_POINT">
    <p:spTree>
      <p:nvGrpSpPr>
        <p:cNvPr id="204" name="Shape 204"/>
        <p:cNvGrpSpPr/>
        <p:nvPr/>
      </p:nvGrpSpPr>
      <p:grpSpPr>
        <a:xfrm>
          <a:off x="0" y="0"/>
          <a:ext cx="0" cy="0"/>
          <a:chOff x="0" y="0"/>
          <a:chExt cx="0" cy="0"/>
        </a:xfrm>
      </p:grpSpPr>
      <p:sp>
        <p:nvSpPr>
          <p:cNvPr id="205" name="Google Shape;205;p28"/>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06" name="Google Shape;206;p28"/>
          <p:cNvSpPr/>
          <p:nvPr/>
        </p:nvSpPr>
        <p:spPr>
          <a:xfrm>
            <a:off x="274320" y="1341120"/>
            <a:ext cx="274200" cy="2286000"/>
          </a:xfrm>
          <a:prstGeom prst="rect">
            <a:avLst/>
          </a:prstGeom>
          <a:solidFill>
            <a:srgbClr val="8C15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Lagunita">
  <p:cSld name="MAIN_POINT_3">
    <p:spTree>
      <p:nvGrpSpPr>
        <p:cNvPr id="207" name="Shape 207"/>
        <p:cNvGrpSpPr/>
        <p:nvPr/>
      </p:nvGrpSpPr>
      <p:grpSpPr>
        <a:xfrm>
          <a:off x="0" y="0"/>
          <a:ext cx="0" cy="0"/>
          <a:chOff x="0" y="0"/>
          <a:chExt cx="0" cy="0"/>
        </a:xfrm>
      </p:grpSpPr>
      <p:sp>
        <p:nvSpPr>
          <p:cNvPr id="208" name="Google Shape;208;p29"/>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09" name="Google Shape;209;p29"/>
          <p:cNvSpPr/>
          <p:nvPr/>
        </p:nvSpPr>
        <p:spPr>
          <a:xfrm>
            <a:off x="274320" y="1341120"/>
            <a:ext cx="274200" cy="2286000"/>
          </a:xfrm>
          <a:prstGeom prst="rect">
            <a:avLst/>
          </a:prstGeom>
          <a:solidFill>
            <a:srgbClr val="006C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utumn Gingko">
  <p:cSld name="MAIN_POINT_2">
    <p:spTree>
      <p:nvGrpSpPr>
        <p:cNvPr id="210" name="Shape 210"/>
        <p:cNvGrpSpPr/>
        <p:nvPr/>
      </p:nvGrpSpPr>
      <p:grpSpPr>
        <a:xfrm>
          <a:off x="0" y="0"/>
          <a:ext cx="0" cy="0"/>
          <a:chOff x="0" y="0"/>
          <a:chExt cx="0" cy="0"/>
        </a:xfrm>
      </p:grpSpPr>
      <p:sp>
        <p:nvSpPr>
          <p:cNvPr id="211" name="Google Shape;211;p30"/>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12" name="Google Shape;212;p30"/>
          <p:cNvSpPr/>
          <p:nvPr/>
        </p:nvSpPr>
        <p:spPr>
          <a:xfrm>
            <a:off x="274320" y="1341120"/>
            <a:ext cx="274200" cy="2286000"/>
          </a:xfrm>
          <a:prstGeom prst="rect">
            <a:avLst/>
          </a:prstGeom>
          <a:solidFill>
            <a:srgbClr val="F1AD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rick">
  <p:cSld name="MAIN_POINT_2_1">
    <p:spTree>
      <p:nvGrpSpPr>
        <p:cNvPr id="213" name="Shape 213"/>
        <p:cNvGrpSpPr/>
        <p:nvPr/>
      </p:nvGrpSpPr>
      <p:grpSpPr>
        <a:xfrm>
          <a:off x="0" y="0"/>
          <a:ext cx="0" cy="0"/>
          <a:chOff x="0" y="0"/>
          <a:chExt cx="0" cy="0"/>
        </a:xfrm>
      </p:grpSpPr>
      <p:sp>
        <p:nvSpPr>
          <p:cNvPr id="214" name="Google Shape;214;p31"/>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15" name="Google Shape;215;p31"/>
          <p:cNvSpPr/>
          <p:nvPr/>
        </p:nvSpPr>
        <p:spPr>
          <a:xfrm>
            <a:off x="274320" y="1341120"/>
            <a:ext cx="274200" cy="2286000"/>
          </a:xfrm>
          <a:prstGeom prst="rect">
            <a:avLst/>
          </a:prstGeom>
          <a:solidFill>
            <a:srgbClr val="7F2D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ay">
  <p:cSld name="MAIN_POINT_2_1_1">
    <p:spTree>
      <p:nvGrpSpPr>
        <p:cNvPr id="216" name="Shape 216"/>
        <p:cNvGrpSpPr/>
        <p:nvPr/>
      </p:nvGrpSpPr>
      <p:grpSpPr>
        <a:xfrm>
          <a:off x="0" y="0"/>
          <a:ext cx="0" cy="0"/>
          <a:chOff x="0" y="0"/>
          <a:chExt cx="0" cy="0"/>
        </a:xfrm>
      </p:grpSpPr>
      <p:sp>
        <p:nvSpPr>
          <p:cNvPr id="217" name="Google Shape;217;p32"/>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18" name="Google Shape;218;p32"/>
          <p:cNvSpPr/>
          <p:nvPr/>
        </p:nvSpPr>
        <p:spPr>
          <a:xfrm>
            <a:off x="274320" y="1341120"/>
            <a:ext cx="274200" cy="2286000"/>
          </a:xfrm>
          <a:prstGeom prst="rect">
            <a:avLst/>
          </a:prstGeom>
          <a:solidFill>
            <a:srgbClr val="41786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Poppy">
  <p:cSld name="MAIN_POINT_2_1_1_1">
    <p:spTree>
      <p:nvGrpSpPr>
        <p:cNvPr id="219" name="Shape 219"/>
        <p:cNvGrpSpPr/>
        <p:nvPr/>
      </p:nvGrpSpPr>
      <p:grpSpPr>
        <a:xfrm>
          <a:off x="0" y="0"/>
          <a:ext cx="0" cy="0"/>
          <a:chOff x="0" y="0"/>
          <a:chExt cx="0" cy="0"/>
        </a:xfrm>
      </p:grpSpPr>
      <p:sp>
        <p:nvSpPr>
          <p:cNvPr id="220" name="Google Shape;220;p33"/>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21" name="Google Shape;221;p33"/>
          <p:cNvSpPr/>
          <p:nvPr/>
        </p:nvSpPr>
        <p:spPr>
          <a:xfrm>
            <a:off x="274320" y="1341120"/>
            <a:ext cx="274200" cy="2286000"/>
          </a:xfrm>
          <a:prstGeom prst="rect">
            <a:avLst/>
          </a:prstGeom>
          <a:solidFill>
            <a:srgbClr val="D1660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igital Blue">
  <p:cSld name="MAIN_POINT_2_1_1_1_1">
    <p:spTree>
      <p:nvGrpSpPr>
        <p:cNvPr id="222" name="Shape 222"/>
        <p:cNvGrpSpPr/>
        <p:nvPr/>
      </p:nvGrpSpPr>
      <p:grpSpPr>
        <a:xfrm>
          <a:off x="0" y="0"/>
          <a:ext cx="0" cy="0"/>
          <a:chOff x="0" y="0"/>
          <a:chExt cx="0" cy="0"/>
        </a:xfrm>
      </p:grpSpPr>
      <p:sp>
        <p:nvSpPr>
          <p:cNvPr id="223" name="Google Shape;223;p34"/>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24" name="Google Shape;224;p34"/>
          <p:cNvSpPr/>
          <p:nvPr/>
        </p:nvSpPr>
        <p:spPr>
          <a:xfrm>
            <a:off x="274320" y="1341120"/>
            <a:ext cx="274200" cy="2286000"/>
          </a:xfrm>
          <a:prstGeom prst="rect">
            <a:avLst/>
          </a:prstGeom>
          <a:solidFill>
            <a:srgbClr val="0054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Lagunita">
  <p:cSld name="MAIN_POINT_1">
    <p:spTree>
      <p:nvGrpSpPr>
        <p:cNvPr id="225" name="Shape 225"/>
        <p:cNvGrpSpPr/>
        <p:nvPr/>
      </p:nvGrpSpPr>
      <p:grpSpPr>
        <a:xfrm>
          <a:off x="0" y="0"/>
          <a:ext cx="0" cy="0"/>
          <a:chOff x="0" y="0"/>
          <a:chExt cx="0" cy="0"/>
        </a:xfrm>
      </p:grpSpPr>
      <p:sp>
        <p:nvSpPr>
          <p:cNvPr id="226" name="Google Shape;226;p35"/>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27" name="Google Shape;227;p35"/>
          <p:cNvSpPr/>
          <p:nvPr/>
        </p:nvSpPr>
        <p:spPr>
          <a:xfrm>
            <a:off x="274320" y="1341120"/>
            <a:ext cx="274200" cy="2286000"/>
          </a:xfrm>
          <a:prstGeom prst="rect">
            <a:avLst/>
          </a:prstGeom>
          <a:solidFill>
            <a:srgbClr val="006C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35"/>
          <p:cNvSpPr/>
          <p:nvPr>
            <p:ph idx="2" type="pic"/>
          </p:nvPr>
        </p:nvSpPr>
        <p:spPr>
          <a:xfrm>
            <a:off x="5440680" y="182880"/>
            <a:ext cx="3474600" cy="2331600"/>
          </a:xfrm>
          <a:prstGeom prst="rect">
            <a:avLst/>
          </a:prstGeom>
          <a:noFill/>
          <a:ln>
            <a:noFill/>
          </a:ln>
        </p:spPr>
      </p:sp>
      <p:sp>
        <p:nvSpPr>
          <p:cNvPr id="229" name="Google Shape;229;p35"/>
          <p:cNvSpPr/>
          <p:nvPr>
            <p:ph idx="3" type="pic"/>
          </p:nvPr>
        </p:nvSpPr>
        <p:spPr>
          <a:xfrm>
            <a:off x="5440680" y="2651760"/>
            <a:ext cx="3474600" cy="233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Autumn Gingko">
  <p:cSld name="MAIN_POINT_1_1">
    <p:spTree>
      <p:nvGrpSpPr>
        <p:cNvPr id="230" name="Shape 230"/>
        <p:cNvGrpSpPr/>
        <p:nvPr/>
      </p:nvGrpSpPr>
      <p:grpSpPr>
        <a:xfrm>
          <a:off x="0" y="0"/>
          <a:ext cx="0" cy="0"/>
          <a:chOff x="0" y="0"/>
          <a:chExt cx="0" cy="0"/>
        </a:xfrm>
      </p:grpSpPr>
      <p:sp>
        <p:nvSpPr>
          <p:cNvPr id="231" name="Google Shape;231;p36"/>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32" name="Google Shape;232;p36"/>
          <p:cNvSpPr/>
          <p:nvPr>
            <p:ph idx="2" type="pic"/>
          </p:nvPr>
        </p:nvSpPr>
        <p:spPr>
          <a:xfrm>
            <a:off x="5440680" y="182880"/>
            <a:ext cx="3474600" cy="2331600"/>
          </a:xfrm>
          <a:prstGeom prst="rect">
            <a:avLst/>
          </a:prstGeom>
          <a:noFill/>
          <a:ln>
            <a:noFill/>
          </a:ln>
        </p:spPr>
      </p:sp>
      <p:sp>
        <p:nvSpPr>
          <p:cNvPr id="233" name="Google Shape;233;p36"/>
          <p:cNvSpPr/>
          <p:nvPr>
            <p:ph idx="3" type="pic"/>
          </p:nvPr>
        </p:nvSpPr>
        <p:spPr>
          <a:xfrm>
            <a:off x="5440680" y="2651760"/>
            <a:ext cx="3474600" cy="2331600"/>
          </a:xfrm>
          <a:prstGeom prst="rect">
            <a:avLst/>
          </a:prstGeom>
          <a:noFill/>
          <a:ln>
            <a:noFill/>
          </a:ln>
        </p:spPr>
      </p:sp>
      <p:sp>
        <p:nvSpPr>
          <p:cNvPr id="234" name="Google Shape;234;p36"/>
          <p:cNvSpPr/>
          <p:nvPr/>
        </p:nvSpPr>
        <p:spPr>
          <a:xfrm>
            <a:off x="274320" y="1341120"/>
            <a:ext cx="274200" cy="2286000"/>
          </a:xfrm>
          <a:prstGeom prst="rect">
            <a:avLst/>
          </a:prstGeom>
          <a:solidFill>
            <a:srgbClr val="F1AD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Brick">
  <p:cSld name="MAIN_POINT_1_1_1">
    <p:spTree>
      <p:nvGrpSpPr>
        <p:cNvPr id="235" name="Shape 235"/>
        <p:cNvGrpSpPr/>
        <p:nvPr/>
      </p:nvGrpSpPr>
      <p:grpSpPr>
        <a:xfrm>
          <a:off x="0" y="0"/>
          <a:ext cx="0" cy="0"/>
          <a:chOff x="0" y="0"/>
          <a:chExt cx="0" cy="0"/>
        </a:xfrm>
      </p:grpSpPr>
      <p:sp>
        <p:nvSpPr>
          <p:cNvPr id="236" name="Google Shape;236;p37"/>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37" name="Google Shape;237;p37"/>
          <p:cNvSpPr/>
          <p:nvPr>
            <p:ph idx="2" type="pic"/>
          </p:nvPr>
        </p:nvSpPr>
        <p:spPr>
          <a:xfrm>
            <a:off x="5440680" y="182880"/>
            <a:ext cx="3474600" cy="2331600"/>
          </a:xfrm>
          <a:prstGeom prst="rect">
            <a:avLst/>
          </a:prstGeom>
          <a:noFill/>
          <a:ln>
            <a:noFill/>
          </a:ln>
        </p:spPr>
      </p:sp>
      <p:sp>
        <p:nvSpPr>
          <p:cNvPr id="238" name="Google Shape;238;p37"/>
          <p:cNvSpPr/>
          <p:nvPr>
            <p:ph idx="3" type="pic"/>
          </p:nvPr>
        </p:nvSpPr>
        <p:spPr>
          <a:xfrm>
            <a:off x="5440680" y="2651760"/>
            <a:ext cx="3474600" cy="2331600"/>
          </a:xfrm>
          <a:prstGeom prst="rect">
            <a:avLst/>
          </a:prstGeom>
          <a:noFill/>
          <a:ln>
            <a:noFill/>
          </a:ln>
        </p:spPr>
      </p:sp>
      <p:sp>
        <p:nvSpPr>
          <p:cNvPr id="239" name="Google Shape;239;p37"/>
          <p:cNvSpPr/>
          <p:nvPr/>
        </p:nvSpPr>
        <p:spPr>
          <a:xfrm>
            <a:off x="274320" y="1341120"/>
            <a:ext cx="274200" cy="2286000"/>
          </a:xfrm>
          <a:prstGeom prst="rect">
            <a:avLst/>
          </a:prstGeom>
          <a:solidFill>
            <a:srgbClr val="7F2D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Bay">
  <p:cSld name="MAIN_POINT_1_1_1_1">
    <p:spTree>
      <p:nvGrpSpPr>
        <p:cNvPr id="240" name="Shape 240"/>
        <p:cNvGrpSpPr/>
        <p:nvPr/>
      </p:nvGrpSpPr>
      <p:grpSpPr>
        <a:xfrm>
          <a:off x="0" y="0"/>
          <a:ext cx="0" cy="0"/>
          <a:chOff x="0" y="0"/>
          <a:chExt cx="0" cy="0"/>
        </a:xfrm>
      </p:grpSpPr>
      <p:sp>
        <p:nvSpPr>
          <p:cNvPr id="241" name="Google Shape;241;p38"/>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2" name="Google Shape;242;p38"/>
          <p:cNvSpPr/>
          <p:nvPr>
            <p:ph idx="2" type="pic"/>
          </p:nvPr>
        </p:nvSpPr>
        <p:spPr>
          <a:xfrm>
            <a:off x="5440680" y="182880"/>
            <a:ext cx="3474600" cy="2331600"/>
          </a:xfrm>
          <a:prstGeom prst="rect">
            <a:avLst/>
          </a:prstGeom>
          <a:noFill/>
          <a:ln>
            <a:noFill/>
          </a:ln>
        </p:spPr>
      </p:sp>
      <p:sp>
        <p:nvSpPr>
          <p:cNvPr id="243" name="Google Shape;243;p38"/>
          <p:cNvSpPr/>
          <p:nvPr>
            <p:ph idx="3" type="pic"/>
          </p:nvPr>
        </p:nvSpPr>
        <p:spPr>
          <a:xfrm>
            <a:off x="5440680" y="2651760"/>
            <a:ext cx="3474600" cy="2331600"/>
          </a:xfrm>
          <a:prstGeom prst="rect">
            <a:avLst/>
          </a:prstGeom>
          <a:noFill/>
          <a:ln>
            <a:noFill/>
          </a:ln>
        </p:spPr>
      </p:sp>
      <p:sp>
        <p:nvSpPr>
          <p:cNvPr id="244" name="Google Shape;244;p38"/>
          <p:cNvSpPr/>
          <p:nvPr/>
        </p:nvSpPr>
        <p:spPr>
          <a:xfrm>
            <a:off x="274320" y="1341120"/>
            <a:ext cx="274200" cy="2286000"/>
          </a:xfrm>
          <a:prstGeom prst="rect">
            <a:avLst/>
          </a:prstGeom>
          <a:solidFill>
            <a:srgbClr val="41786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Poppy">
  <p:cSld name="MAIN_POINT_1_1_1_1_1">
    <p:spTree>
      <p:nvGrpSpPr>
        <p:cNvPr id="245" name="Shape 245"/>
        <p:cNvGrpSpPr/>
        <p:nvPr/>
      </p:nvGrpSpPr>
      <p:grpSpPr>
        <a:xfrm>
          <a:off x="0" y="0"/>
          <a:ext cx="0" cy="0"/>
          <a:chOff x="0" y="0"/>
          <a:chExt cx="0" cy="0"/>
        </a:xfrm>
      </p:grpSpPr>
      <p:sp>
        <p:nvSpPr>
          <p:cNvPr id="246" name="Google Shape;246;p39"/>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7" name="Google Shape;247;p39"/>
          <p:cNvSpPr/>
          <p:nvPr>
            <p:ph idx="2" type="pic"/>
          </p:nvPr>
        </p:nvSpPr>
        <p:spPr>
          <a:xfrm>
            <a:off x="5440680" y="182880"/>
            <a:ext cx="3474600" cy="2331600"/>
          </a:xfrm>
          <a:prstGeom prst="rect">
            <a:avLst/>
          </a:prstGeom>
          <a:noFill/>
          <a:ln>
            <a:noFill/>
          </a:ln>
        </p:spPr>
      </p:sp>
      <p:sp>
        <p:nvSpPr>
          <p:cNvPr id="248" name="Google Shape;248;p39"/>
          <p:cNvSpPr/>
          <p:nvPr>
            <p:ph idx="3" type="pic"/>
          </p:nvPr>
        </p:nvSpPr>
        <p:spPr>
          <a:xfrm>
            <a:off x="5440680" y="2651760"/>
            <a:ext cx="3474600" cy="2331600"/>
          </a:xfrm>
          <a:prstGeom prst="rect">
            <a:avLst/>
          </a:prstGeom>
          <a:noFill/>
          <a:ln>
            <a:noFill/>
          </a:ln>
        </p:spPr>
      </p:sp>
      <p:sp>
        <p:nvSpPr>
          <p:cNvPr id="249" name="Google Shape;249;p39"/>
          <p:cNvSpPr/>
          <p:nvPr/>
        </p:nvSpPr>
        <p:spPr>
          <a:xfrm>
            <a:off x="274320" y="1341120"/>
            <a:ext cx="274200" cy="2286000"/>
          </a:xfrm>
          <a:prstGeom prst="rect">
            <a:avLst/>
          </a:prstGeom>
          <a:solidFill>
            <a:srgbClr val="D1660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Digital Blue">
  <p:cSld name="MAIN_POINT_1_1_1_1_1_1">
    <p:spTree>
      <p:nvGrpSpPr>
        <p:cNvPr id="250" name="Shape 250"/>
        <p:cNvGrpSpPr/>
        <p:nvPr/>
      </p:nvGrpSpPr>
      <p:grpSpPr>
        <a:xfrm>
          <a:off x="0" y="0"/>
          <a:ext cx="0" cy="0"/>
          <a:chOff x="0" y="0"/>
          <a:chExt cx="0" cy="0"/>
        </a:xfrm>
      </p:grpSpPr>
      <p:sp>
        <p:nvSpPr>
          <p:cNvPr id="251" name="Google Shape;251;p40"/>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52" name="Google Shape;252;p40"/>
          <p:cNvSpPr/>
          <p:nvPr>
            <p:ph idx="2" type="pic"/>
          </p:nvPr>
        </p:nvSpPr>
        <p:spPr>
          <a:xfrm>
            <a:off x="5440680" y="182880"/>
            <a:ext cx="3474600" cy="2331600"/>
          </a:xfrm>
          <a:prstGeom prst="rect">
            <a:avLst/>
          </a:prstGeom>
          <a:noFill/>
          <a:ln>
            <a:noFill/>
          </a:ln>
        </p:spPr>
      </p:sp>
      <p:sp>
        <p:nvSpPr>
          <p:cNvPr id="253" name="Google Shape;253;p40"/>
          <p:cNvSpPr/>
          <p:nvPr>
            <p:ph idx="3" type="pic"/>
          </p:nvPr>
        </p:nvSpPr>
        <p:spPr>
          <a:xfrm>
            <a:off x="5440680" y="2651760"/>
            <a:ext cx="3474600" cy="2331600"/>
          </a:xfrm>
          <a:prstGeom prst="rect">
            <a:avLst/>
          </a:prstGeom>
          <a:noFill/>
          <a:ln>
            <a:noFill/>
          </a:ln>
        </p:spPr>
      </p:sp>
      <p:sp>
        <p:nvSpPr>
          <p:cNvPr id="254" name="Google Shape;254;p40"/>
          <p:cNvSpPr/>
          <p:nvPr/>
        </p:nvSpPr>
        <p:spPr>
          <a:xfrm>
            <a:off x="274320" y="1341120"/>
            <a:ext cx="274200" cy="2286000"/>
          </a:xfrm>
          <a:prstGeom prst="rect">
            <a:avLst/>
          </a:prstGeom>
          <a:solidFill>
            <a:srgbClr val="0054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caption">
  <p:cSld name="CAPTION_ONLY">
    <p:spTree>
      <p:nvGrpSpPr>
        <p:cNvPr id="255" name="Shape 255"/>
        <p:cNvGrpSpPr/>
        <p:nvPr/>
      </p:nvGrpSpPr>
      <p:grpSpPr>
        <a:xfrm>
          <a:off x="0" y="0"/>
          <a:ext cx="0" cy="0"/>
          <a:chOff x="0" y="0"/>
          <a:chExt cx="0" cy="0"/>
        </a:xfrm>
      </p:grpSpPr>
      <p:sp>
        <p:nvSpPr>
          <p:cNvPr id="256" name="Google Shape;256;p41"/>
          <p:cNvSpPr txBox="1"/>
          <p:nvPr>
            <p:ph idx="1" type="body"/>
          </p:nvPr>
        </p:nvSpPr>
        <p:spPr>
          <a:xfrm>
            <a:off x="311700" y="4230575"/>
            <a:ext cx="8709600" cy="3936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400"/>
              <a:buNone/>
              <a:defRPr/>
            </a:lvl1pPr>
          </a:lstStyle>
          <a:p/>
        </p:txBody>
      </p:sp>
      <p:sp>
        <p:nvSpPr>
          <p:cNvPr id="257" name="Google Shape;257;p41"/>
          <p:cNvSpPr/>
          <p:nvPr>
            <p:ph idx="2" type="pic"/>
          </p:nvPr>
        </p:nvSpPr>
        <p:spPr>
          <a:xfrm>
            <a:off x="-25" y="0"/>
            <a:ext cx="9144000" cy="4202700"/>
          </a:xfrm>
          <a:prstGeom prst="rect">
            <a:avLst/>
          </a:prstGeom>
          <a:noFill/>
          <a:ln>
            <a:noFill/>
          </a:ln>
        </p:spPr>
      </p:sp>
      <p:pic>
        <p:nvPicPr>
          <p:cNvPr id="258" name="Google Shape;258;p41"/>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259" name="Google Shape;259;p41"/>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60" name="Shape 260"/>
        <p:cNvGrpSpPr/>
        <p:nvPr/>
      </p:nvGrpSpPr>
      <p:grpSpPr>
        <a:xfrm>
          <a:off x="0" y="0"/>
          <a:ext cx="0" cy="0"/>
          <a:chOff x="0" y="0"/>
          <a:chExt cx="0" cy="0"/>
        </a:xfrm>
      </p:grpSpPr>
      <p:sp>
        <p:nvSpPr>
          <p:cNvPr id="261" name="Google Shape;261;p4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Font typeface="Source Serif 4"/>
              <a:buNone/>
              <a:defRPr sz="12000">
                <a:latin typeface="Source Serif 4"/>
                <a:ea typeface="Source Serif 4"/>
                <a:cs typeface="Source Serif 4"/>
                <a:sym typeface="Source Serif 4"/>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62" name="Google Shape;262;p42"/>
          <p:cNvSpPr txBox="1"/>
          <p:nvPr>
            <p:ph idx="1" type="subTitle"/>
          </p:nvPr>
        </p:nvSpPr>
        <p:spPr>
          <a:xfrm>
            <a:off x="311750" y="3152225"/>
            <a:ext cx="8520600" cy="595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pic>
        <p:nvPicPr>
          <p:cNvPr id="263" name="Google Shape;263;p42"/>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264" name="Google Shape;264;p42"/>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RH footer" type="blank">
  <p:cSld name="BLANK">
    <p:spTree>
      <p:nvGrpSpPr>
        <p:cNvPr id="265" name="Shape 265"/>
        <p:cNvGrpSpPr/>
        <p:nvPr/>
      </p:nvGrpSpPr>
      <p:grpSpPr>
        <a:xfrm>
          <a:off x="0" y="0"/>
          <a:ext cx="0" cy="0"/>
          <a:chOff x="0" y="0"/>
          <a:chExt cx="0" cy="0"/>
        </a:xfrm>
      </p:grpSpPr>
      <p:pic>
        <p:nvPicPr>
          <p:cNvPr id="266" name="Google Shape;266;p43"/>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267" name="Google Shape;267;p43"/>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oints or presenters">
  <p:cSld name="BLANK_2">
    <p:spTree>
      <p:nvGrpSpPr>
        <p:cNvPr id="268" name="Shape 268"/>
        <p:cNvGrpSpPr/>
        <p:nvPr/>
      </p:nvGrpSpPr>
      <p:grpSpPr>
        <a:xfrm>
          <a:off x="0" y="0"/>
          <a:ext cx="0" cy="0"/>
          <a:chOff x="0" y="0"/>
          <a:chExt cx="0" cy="0"/>
        </a:xfrm>
      </p:grpSpPr>
      <p:sp>
        <p:nvSpPr>
          <p:cNvPr id="269" name="Google Shape;269;p44"/>
          <p:cNvSpPr txBox="1"/>
          <p:nvPr>
            <p:ph idx="1" type="subTitle"/>
          </p:nvPr>
        </p:nvSpPr>
        <p:spPr>
          <a:xfrm>
            <a:off x="455108" y="3436116"/>
            <a:ext cx="37038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8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70" name="Google Shape;270;p44"/>
          <p:cNvSpPr/>
          <p:nvPr>
            <p:ph idx="2" type="pic"/>
          </p:nvPr>
        </p:nvSpPr>
        <p:spPr>
          <a:xfrm>
            <a:off x="1466108" y="1545675"/>
            <a:ext cx="1681800" cy="1681800"/>
          </a:xfrm>
          <a:prstGeom prst="ellipse">
            <a:avLst/>
          </a:prstGeom>
          <a:noFill/>
          <a:ln cap="flat" cmpd="sng" w="9525">
            <a:solidFill>
              <a:srgbClr val="D9D9D9"/>
            </a:solidFill>
            <a:prstDash val="solid"/>
            <a:round/>
            <a:headEnd len="sm" w="sm" type="none"/>
            <a:tailEnd len="sm" w="sm" type="none"/>
          </a:ln>
        </p:spPr>
      </p:sp>
      <p:sp>
        <p:nvSpPr>
          <p:cNvPr id="271" name="Google Shape;271;p44"/>
          <p:cNvSpPr txBox="1"/>
          <p:nvPr>
            <p:ph idx="3" type="subTitle"/>
          </p:nvPr>
        </p:nvSpPr>
        <p:spPr>
          <a:xfrm>
            <a:off x="4985108" y="3436116"/>
            <a:ext cx="37038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8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72" name="Google Shape;272;p44"/>
          <p:cNvSpPr/>
          <p:nvPr>
            <p:ph idx="4" type="pic"/>
          </p:nvPr>
        </p:nvSpPr>
        <p:spPr>
          <a:xfrm>
            <a:off x="5996108" y="1545675"/>
            <a:ext cx="1681800" cy="1681800"/>
          </a:xfrm>
          <a:prstGeom prst="ellipse">
            <a:avLst/>
          </a:prstGeom>
          <a:noFill/>
          <a:ln cap="flat" cmpd="sng" w="9525">
            <a:solidFill>
              <a:srgbClr val="D9D9D9"/>
            </a:solidFill>
            <a:prstDash val="solid"/>
            <a:round/>
            <a:headEnd len="sm" w="sm" type="none"/>
            <a:tailEnd len="sm" w="sm" type="none"/>
          </a:ln>
        </p:spPr>
      </p:sp>
      <p:sp>
        <p:nvSpPr>
          <p:cNvPr id="273" name="Google Shape;273;p44"/>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274" name="Google Shape;274;p44"/>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275" name="Google Shape;275;p44"/>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276" name="Google Shape;276;p44"/>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extLst>
    <p:ext uri="{DCECCB84-F9BA-43D5-87BE-67443E8EF086}">
      <p15:sldGuideLst>
        <p15:guide id="1" pos="2880">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oints or presenters">
  <p:cSld name="BLANK_2_1">
    <p:spTree>
      <p:nvGrpSpPr>
        <p:cNvPr id="277" name="Shape 277"/>
        <p:cNvGrpSpPr/>
        <p:nvPr/>
      </p:nvGrpSpPr>
      <p:grpSpPr>
        <a:xfrm>
          <a:off x="0" y="0"/>
          <a:ext cx="0" cy="0"/>
          <a:chOff x="0" y="0"/>
          <a:chExt cx="0" cy="0"/>
        </a:xfrm>
      </p:grpSpPr>
      <p:sp>
        <p:nvSpPr>
          <p:cNvPr id="278" name="Google Shape;278;p45"/>
          <p:cNvSpPr txBox="1"/>
          <p:nvPr>
            <p:ph idx="1" type="subTitle"/>
          </p:nvPr>
        </p:nvSpPr>
        <p:spPr>
          <a:xfrm>
            <a:off x="407850" y="3261092"/>
            <a:ext cx="23997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8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79" name="Google Shape;279;p45"/>
          <p:cNvSpPr/>
          <p:nvPr>
            <p:ph idx="2" type="pic"/>
          </p:nvPr>
        </p:nvSpPr>
        <p:spPr>
          <a:xfrm>
            <a:off x="844650" y="1545675"/>
            <a:ext cx="1526100" cy="1526100"/>
          </a:xfrm>
          <a:prstGeom prst="ellipse">
            <a:avLst/>
          </a:prstGeom>
          <a:noFill/>
          <a:ln cap="flat" cmpd="sng" w="9525">
            <a:solidFill>
              <a:srgbClr val="D9D9D9"/>
            </a:solidFill>
            <a:prstDash val="solid"/>
            <a:round/>
            <a:headEnd len="sm" w="sm" type="none"/>
            <a:tailEnd len="sm" w="sm" type="none"/>
          </a:ln>
        </p:spPr>
      </p:sp>
      <p:sp>
        <p:nvSpPr>
          <p:cNvPr id="280" name="Google Shape;280;p45"/>
          <p:cNvSpPr txBox="1"/>
          <p:nvPr>
            <p:ph idx="3" type="subTitle"/>
          </p:nvPr>
        </p:nvSpPr>
        <p:spPr>
          <a:xfrm>
            <a:off x="6368400" y="3261092"/>
            <a:ext cx="23997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8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81" name="Google Shape;281;p45"/>
          <p:cNvSpPr/>
          <p:nvPr>
            <p:ph idx="4" type="pic"/>
          </p:nvPr>
        </p:nvSpPr>
        <p:spPr>
          <a:xfrm>
            <a:off x="6805200" y="1545675"/>
            <a:ext cx="1526100" cy="1526100"/>
          </a:xfrm>
          <a:prstGeom prst="ellipse">
            <a:avLst/>
          </a:prstGeom>
          <a:noFill/>
          <a:ln cap="flat" cmpd="sng" w="9525">
            <a:solidFill>
              <a:srgbClr val="D9D9D9"/>
            </a:solidFill>
            <a:prstDash val="solid"/>
            <a:round/>
            <a:headEnd len="sm" w="sm" type="none"/>
            <a:tailEnd len="sm" w="sm" type="none"/>
          </a:ln>
        </p:spPr>
      </p:sp>
      <p:sp>
        <p:nvSpPr>
          <p:cNvPr id="282" name="Google Shape;282;p45"/>
          <p:cNvSpPr txBox="1"/>
          <p:nvPr>
            <p:ph idx="5" type="subTitle"/>
          </p:nvPr>
        </p:nvSpPr>
        <p:spPr>
          <a:xfrm>
            <a:off x="3372150" y="3261092"/>
            <a:ext cx="23997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8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83" name="Google Shape;283;p45"/>
          <p:cNvSpPr/>
          <p:nvPr>
            <p:ph idx="6" type="pic"/>
          </p:nvPr>
        </p:nvSpPr>
        <p:spPr>
          <a:xfrm>
            <a:off x="3808950" y="1545675"/>
            <a:ext cx="1526100" cy="1526100"/>
          </a:xfrm>
          <a:prstGeom prst="ellipse">
            <a:avLst/>
          </a:prstGeom>
          <a:noFill/>
          <a:ln cap="flat" cmpd="sng" w="9525">
            <a:solidFill>
              <a:srgbClr val="D9D9D9"/>
            </a:solidFill>
            <a:prstDash val="solid"/>
            <a:round/>
            <a:headEnd len="sm" w="sm" type="none"/>
            <a:tailEnd len="sm" w="sm" type="none"/>
          </a:ln>
        </p:spPr>
      </p:sp>
      <p:sp>
        <p:nvSpPr>
          <p:cNvPr id="284" name="Google Shape;284;p45"/>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285" name="Google Shape;285;p45"/>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286" name="Google Shape;286;p45"/>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287" name="Google Shape;287;p45"/>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extLst>
    <p:ext uri="{DCECCB84-F9BA-43D5-87BE-67443E8EF086}">
      <p15:sldGuideLst>
        <p15:guide id="1" pos="2880">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points or presenters">
  <p:cSld name="BLANK_2_1_1">
    <p:spTree>
      <p:nvGrpSpPr>
        <p:cNvPr id="288" name="Shape 288"/>
        <p:cNvGrpSpPr/>
        <p:nvPr/>
      </p:nvGrpSpPr>
      <p:grpSpPr>
        <a:xfrm>
          <a:off x="0" y="0"/>
          <a:ext cx="0" cy="0"/>
          <a:chOff x="0" y="0"/>
          <a:chExt cx="0" cy="0"/>
        </a:xfrm>
      </p:grpSpPr>
      <p:sp>
        <p:nvSpPr>
          <p:cNvPr id="289" name="Google Shape;289;p46"/>
          <p:cNvSpPr txBox="1"/>
          <p:nvPr>
            <p:ph idx="1" type="subTitle"/>
          </p:nvPr>
        </p:nvSpPr>
        <p:spPr>
          <a:xfrm>
            <a:off x="407850" y="3108700"/>
            <a:ext cx="19935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90" name="Google Shape;290;p46"/>
          <p:cNvSpPr/>
          <p:nvPr>
            <p:ph idx="2" type="pic"/>
          </p:nvPr>
        </p:nvSpPr>
        <p:spPr>
          <a:xfrm>
            <a:off x="798150" y="1706475"/>
            <a:ext cx="1212900" cy="1212900"/>
          </a:xfrm>
          <a:prstGeom prst="ellipse">
            <a:avLst/>
          </a:prstGeom>
          <a:noFill/>
          <a:ln cap="flat" cmpd="sng" w="9525">
            <a:solidFill>
              <a:srgbClr val="D9D9D9"/>
            </a:solidFill>
            <a:prstDash val="solid"/>
            <a:round/>
            <a:headEnd len="sm" w="sm" type="none"/>
            <a:tailEnd len="sm" w="sm" type="none"/>
          </a:ln>
        </p:spPr>
      </p:sp>
      <p:sp>
        <p:nvSpPr>
          <p:cNvPr id="291" name="Google Shape;291;p46"/>
          <p:cNvSpPr txBox="1"/>
          <p:nvPr>
            <p:ph idx="3" type="subTitle"/>
          </p:nvPr>
        </p:nvSpPr>
        <p:spPr>
          <a:xfrm>
            <a:off x="6774600" y="3108700"/>
            <a:ext cx="19935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92" name="Google Shape;292;p46"/>
          <p:cNvSpPr/>
          <p:nvPr>
            <p:ph idx="4" type="pic"/>
          </p:nvPr>
        </p:nvSpPr>
        <p:spPr>
          <a:xfrm>
            <a:off x="7164900" y="1706475"/>
            <a:ext cx="1212900" cy="1212900"/>
          </a:xfrm>
          <a:prstGeom prst="ellipse">
            <a:avLst/>
          </a:prstGeom>
          <a:noFill/>
          <a:ln cap="flat" cmpd="sng" w="9525">
            <a:solidFill>
              <a:srgbClr val="D9D9D9"/>
            </a:solidFill>
            <a:prstDash val="solid"/>
            <a:round/>
            <a:headEnd len="sm" w="sm" type="none"/>
            <a:tailEnd len="sm" w="sm" type="none"/>
          </a:ln>
        </p:spPr>
      </p:sp>
      <p:sp>
        <p:nvSpPr>
          <p:cNvPr id="293" name="Google Shape;293;p46"/>
          <p:cNvSpPr txBox="1"/>
          <p:nvPr>
            <p:ph idx="5" type="subTitle"/>
          </p:nvPr>
        </p:nvSpPr>
        <p:spPr>
          <a:xfrm>
            <a:off x="2524121" y="3108700"/>
            <a:ext cx="19935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94" name="Google Shape;294;p46"/>
          <p:cNvSpPr/>
          <p:nvPr>
            <p:ph idx="6" type="pic"/>
          </p:nvPr>
        </p:nvSpPr>
        <p:spPr>
          <a:xfrm>
            <a:off x="2914421" y="1706475"/>
            <a:ext cx="1212900" cy="1212900"/>
          </a:xfrm>
          <a:prstGeom prst="ellipse">
            <a:avLst/>
          </a:prstGeom>
          <a:noFill/>
          <a:ln cap="flat" cmpd="sng" w="9525">
            <a:solidFill>
              <a:srgbClr val="D9D9D9"/>
            </a:solidFill>
            <a:prstDash val="solid"/>
            <a:round/>
            <a:headEnd len="sm" w="sm" type="none"/>
            <a:tailEnd len="sm" w="sm" type="none"/>
          </a:ln>
        </p:spPr>
      </p:sp>
      <p:sp>
        <p:nvSpPr>
          <p:cNvPr id="295" name="Google Shape;295;p46"/>
          <p:cNvSpPr txBox="1"/>
          <p:nvPr>
            <p:ph idx="7" type="subTitle"/>
          </p:nvPr>
        </p:nvSpPr>
        <p:spPr>
          <a:xfrm>
            <a:off x="4642354" y="3108700"/>
            <a:ext cx="19935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96" name="Google Shape;296;p46"/>
          <p:cNvSpPr/>
          <p:nvPr>
            <p:ph idx="8" type="pic"/>
          </p:nvPr>
        </p:nvSpPr>
        <p:spPr>
          <a:xfrm>
            <a:off x="5032654" y="1706475"/>
            <a:ext cx="1212900" cy="1212900"/>
          </a:xfrm>
          <a:prstGeom prst="ellipse">
            <a:avLst/>
          </a:prstGeom>
          <a:noFill/>
          <a:ln cap="flat" cmpd="sng" w="9525">
            <a:solidFill>
              <a:srgbClr val="D9D9D9"/>
            </a:solidFill>
            <a:prstDash val="solid"/>
            <a:round/>
            <a:headEnd len="sm" w="sm" type="none"/>
            <a:tailEnd len="sm" w="sm" type="none"/>
          </a:ln>
        </p:spPr>
      </p:sp>
      <p:sp>
        <p:nvSpPr>
          <p:cNvPr id="297" name="Google Shape;297;p46"/>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298" name="Google Shape;298;p46"/>
          <p:cNvCxnSpPr/>
          <p:nvPr/>
        </p:nvCxnSpPr>
        <p:spPr>
          <a:xfrm>
            <a:off x="401902" y="902563"/>
            <a:ext cx="2025600" cy="0"/>
          </a:xfrm>
          <a:prstGeom prst="straightConnector1">
            <a:avLst/>
          </a:prstGeom>
          <a:noFill/>
          <a:ln cap="flat" cmpd="sng" w="88900">
            <a:solidFill>
              <a:srgbClr val="A4001D"/>
            </a:solidFill>
            <a:prstDash val="solid"/>
            <a:miter lim="8000"/>
            <a:headEnd len="sm" w="sm" type="none"/>
            <a:tailEnd len="sm" w="sm" type="none"/>
          </a:ln>
        </p:spPr>
      </p:cxnSp>
      <p:pic>
        <p:nvPicPr>
          <p:cNvPr id="299" name="Google Shape;299;p46"/>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00" name="Google Shape;300;p46"/>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301" name="Shape 301"/>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Cardinal Red">
  <p:cSld name="TITLE_AND_BODY_3">
    <p:spTree>
      <p:nvGrpSpPr>
        <p:cNvPr id="302" name="Shape 302"/>
        <p:cNvGrpSpPr/>
        <p:nvPr/>
      </p:nvGrpSpPr>
      <p:grpSpPr>
        <a:xfrm>
          <a:off x="0" y="0"/>
          <a:ext cx="0" cy="0"/>
          <a:chOff x="0" y="0"/>
          <a:chExt cx="0" cy="0"/>
        </a:xfrm>
      </p:grpSpPr>
      <p:sp>
        <p:nvSpPr>
          <p:cNvPr id="303" name="Google Shape;303;p48"/>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Source Serif 4"/>
              <a:buNone/>
              <a:defRPr sz="4800">
                <a:latin typeface="Source Serif 4"/>
                <a:ea typeface="Source Serif 4"/>
                <a:cs typeface="Source Serif 4"/>
                <a:sym typeface="Source Serif 4"/>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04" name="Google Shape;304;p48"/>
          <p:cNvSpPr/>
          <p:nvPr/>
        </p:nvSpPr>
        <p:spPr>
          <a:xfrm>
            <a:off x="274320" y="1341120"/>
            <a:ext cx="274200" cy="2286000"/>
          </a:xfrm>
          <a:prstGeom prst="rect">
            <a:avLst/>
          </a:prstGeom>
          <a:solidFill>
            <a:srgbClr val="8C15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48"/>
          <p:cNvSpPr/>
          <p:nvPr>
            <p:ph idx="2" type="pic"/>
          </p:nvPr>
        </p:nvSpPr>
        <p:spPr>
          <a:xfrm>
            <a:off x="5440680" y="182880"/>
            <a:ext cx="3474600" cy="2331600"/>
          </a:xfrm>
          <a:prstGeom prst="rect">
            <a:avLst/>
          </a:prstGeom>
          <a:noFill/>
          <a:ln>
            <a:noFill/>
          </a:ln>
        </p:spPr>
      </p:sp>
      <p:sp>
        <p:nvSpPr>
          <p:cNvPr id="306" name="Google Shape;306;p48"/>
          <p:cNvSpPr/>
          <p:nvPr>
            <p:ph idx="3" type="pic"/>
          </p:nvPr>
        </p:nvSpPr>
        <p:spPr>
          <a:xfrm>
            <a:off x="5440680" y="2651760"/>
            <a:ext cx="3474600" cy="2331600"/>
          </a:xfrm>
          <a:prstGeom prst="rect">
            <a:avLst/>
          </a:prstGeom>
          <a:noFill/>
          <a:ln>
            <a:noFill/>
          </a:ln>
        </p:spPr>
      </p:sp>
    </p:spTree>
  </p:cSld>
  <p:clrMapOvr>
    <a:masterClrMapping/>
  </p:clrMapOvr>
  <p:extLst>
    <p:ext uri="{DCECCB84-F9BA-43D5-87BE-67443E8EF086}">
      <p15:sldGuideLst>
        <p15:guide id="1" pos="5544">
          <p15:clr>
            <a:srgbClr val="FA7B17"/>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type="secHead">
  <p:cSld name="SECTION_HEADER">
    <p:spTree>
      <p:nvGrpSpPr>
        <p:cNvPr id="312" name="Shape 312"/>
        <p:cNvGrpSpPr/>
        <p:nvPr/>
      </p:nvGrpSpPr>
      <p:grpSpPr>
        <a:xfrm>
          <a:off x="0" y="0"/>
          <a:ext cx="0" cy="0"/>
          <a:chOff x="0" y="0"/>
          <a:chExt cx="0" cy="0"/>
        </a:xfrm>
      </p:grpSpPr>
      <p:sp>
        <p:nvSpPr>
          <p:cNvPr id="313" name="Google Shape;313;p5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Font typeface="Arial"/>
              <a:buNone/>
              <a:defRPr sz="3600">
                <a:latin typeface="Arial"/>
                <a:ea typeface="Arial"/>
                <a:cs typeface="Arial"/>
                <a:sym typeface="Aria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314" name="Google Shape;314;p50"/>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15" name="Google Shape;315;p50"/>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Cardinal Red" type="titleOnly">
  <p:cSld name="TITLE_ONLY">
    <p:spTree>
      <p:nvGrpSpPr>
        <p:cNvPr id="316" name="Shape 316"/>
        <p:cNvGrpSpPr/>
        <p:nvPr/>
      </p:nvGrpSpPr>
      <p:grpSpPr>
        <a:xfrm>
          <a:off x="0" y="0"/>
          <a:ext cx="0" cy="0"/>
          <a:chOff x="0" y="0"/>
          <a:chExt cx="0" cy="0"/>
        </a:xfrm>
      </p:grpSpPr>
      <p:sp>
        <p:nvSpPr>
          <p:cNvPr id="317" name="Google Shape;317;p51"/>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318" name="Google Shape;318;p51"/>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319" name="Google Shape;319;p51"/>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20" name="Google Shape;320;p51"/>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Cardinal">
  <p:cSld name="MAIN_POINT">
    <p:spTree>
      <p:nvGrpSpPr>
        <p:cNvPr id="321" name="Shape 321"/>
        <p:cNvGrpSpPr/>
        <p:nvPr/>
      </p:nvGrpSpPr>
      <p:grpSpPr>
        <a:xfrm>
          <a:off x="0" y="0"/>
          <a:ext cx="0" cy="0"/>
          <a:chOff x="0" y="0"/>
          <a:chExt cx="0" cy="0"/>
        </a:xfrm>
      </p:grpSpPr>
      <p:sp>
        <p:nvSpPr>
          <p:cNvPr id="322" name="Google Shape;322;p52"/>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23" name="Google Shape;323;p52"/>
          <p:cNvSpPr/>
          <p:nvPr/>
        </p:nvSpPr>
        <p:spPr>
          <a:xfrm>
            <a:off x="274320" y="1341120"/>
            <a:ext cx="274200" cy="2286000"/>
          </a:xfrm>
          <a:prstGeom prst="rect">
            <a:avLst/>
          </a:prstGeom>
          <a:solidFill>
            <a:srgbClr val="8C15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Cardinal Red" type="tx">
  <p:cSld name="TITLE_AND_BODY">
    <p:spTree>
      <p:nvGrpSpPr>
        <p:cNvPr id="324" name="Shape 324"/>
        <p:cNvGrpSpPr/>
        <p:nvPr/>
      </p:nvGrpSpPr>
      <p:grpSpPr>
        <a:xfrm>
          <a:off x="0" y="0"/>
          <a:ext cx="0" cy="0"/>
          <a:chOff x="0" y="0"/>
          <a:chExt cx="0" cy="0"/>
        </a:xfrm>
      </p:grpSpPr>
      <p:sp>
        <p:nvSpPr>
          <p:cNvPr id="325" name="Google Shape;325;p53"/>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6" name="Google Shape;326;p53"/>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27" name="Google Shape;327;p53"/>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328" name="Google Shape;328;p53"/>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29" name="Google Shape;329;p53"/>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0" name="Shape 330"/>
        <p:cNvGrpSpPr/>
        <p:nvPr/>
      </p:nvGrpSpPr>
      <p:grpSpPr>
        <a:xfrm>
          <a:off x="0" y="0"/>
          <a:ext cx="0" cy="0"/>
          <a:chOff x="0" y="0"/>
          <a:chExt cx="0" cy="0"/>
        </a:xfrm>
      </p:grpSpPr>
      <p:sp>
        <p:nvSpPr>
          <p:cNvPr id="331" name="Google Shape;331;p54"/>
          <p:cNvSpPr txBox="1"/>
          <p:nvPr>
            <p:ph idx="1" type="subTitle"/>
          </p:nvPr>
        </p:nvSpPr>
        <p:spPr>
          <a:xfrm>
            <a:off x="685800" y="2609850"/>
            <a:ext cx="6629400" cy="731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8C1515"/>
              </a:buClr>
              <a:buSzPts val="2800"/>
              <a:buNone/>
              <a:defRPr sz="2800">
                <a:solidFill>
                  <a:srgbClr val="8C1515"/>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332" name="Google Shape;332;p54"/>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sp>
        <p:nvSpPr>
          <p:cNvPr id="333" name="Google Shape;333;p54"/>
          <p:cNvSpPr/>
          <p:nvPr/>
        </p:nvSpPr>
        <p:spPr>
          <a:xfrm>
            <a:off x="274325" y="822947"/>
            <a:ext cx="274200" cy="1523100"/>
          </a:xfrm>
          <a:prstGeom prst="rect">
            <a:avLst/>
          </a:prstGeom>
          <a:solidFill>
            <a:srgbClr val="8C15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54"/>
          <p:cNvSpPr txBox="1"/>
          <p:nvPr>
            <p:ph type="title"/>
          </p:nvPr>
        </p:nvSpPr>
        <p:spPr>
          <a:xfrm>
            <a:off x="685800" y="722967"/>
            <a:ext cx="6629400" cy="1759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35" name="Google Shape;335;p54"/>
          <p:cNvSpPr txBox="1"/>
          <p:nvPr>
            <p:ph idx="2" type="subTitle"/>
          </p:nvPr>
        </p:nvSpPr>
        <p:spPr>
          <a:xfrm>
            <a:off x="705425" y="3657600"/>
            <a:ext cx="4892100" cy="502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cxnSp>
        <p:nvCxnSpPr>
          <p:cNvPr id="336" name="Google Shape;336;p54"/>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title slide">
  <p:cSld name="TITLE_1">
    <p:spTree>
      <p:nvGrpSpPr>
        <p:cNvPr id="337" name="Shape 337"/>
        <p:cNvGrpSpPr/>
        <p:nvPr/>
      </p:nvGrpSpPr>
      <p:grpSpPr>
        <a:xfrm>
          <a:off x="0" y="0"/>
          <a:ext cx="0" cy="0"/>
          <a:chOff x="0" y="0"/>
          <a:chExt cx="0" cy="0"/>
        </a:xfrm>
      </p:grpSpPr>
      <p:sp>
        <p:nvSpPr>
          <p:cNvPr id="338" name="Google Shape;338;p55"/>
          <p:cNvSpPr txBox="1"/>
          <p:nvPr>
            <p:ph idx="1" type="subTitle"/>
          </p:nvPr>
        </p:nvSpPr>
        <p:spPr>
          <a:xfrm>
            <a:off x="306350" y="4056649"/>
            <a:ext cx="57750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339" name="Google Shape;339;p55"/>
          <p:cNvSpPr txBox="1"/>
          <p:nvPr>
            <p:ph type="title"/>
          </p:nvPr>
        </p:nvSpPr>
        <p:spPr>
          <a:xfrm>
            <a:off x="299599" y="3113024"/>
            <a:ext cx="5775000" cy="65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0" name="Google Shape;340;p55"/>
          <p:cNvSpPr txBox="1"/>
          <p:nvPr>
            <p:ph idx="2" type="subTitle"/>
          </p:nvPr>
        </p:nvSpPr>
        <p:spPr>
          <a:xfrm>
            <a:off x="6074600" y="3333495"/>
            <a:ext cx="2681100" cy="393600"/>
          </a:xfrm>
          <a:prstGeom prst="rect">
            <a:avLst/>
          </a:prstGeom>
          <a:noFill/>
          <a:ln>
            <a:noFill/>
          </a:ln>
        </p:spPr>
        <p:txBody>
          <a:bodyPr anchorCtr="0" anchor="b" bIns="91425" lIns="91425" spcFirstLastPara="1" rIns="91425" wrap="square" tIns="91425">
            <a:noAutofit/>
          </a:bodyPr>
          <a:lstStyle>
            <a:lvl1pPr lvl="0" algn="r">
              <a:lnSpc>
                <a:spcPct val="115000"/>
              </a:lnSpc>
              <a:spcBef>
                <a:spcPts val="0"/>
              </a:spcBef>
              <a:spcAft>
                <a:spcPts val="0"/>
              </a:spcAft>
              <a:buSzPts val="1400"/>
              <a:buNone/>
              <a:defRPr/>
            </a:lvl1pPr>
            <a:lvl2pPr lvl="1" algn="r">
              <a:lnSpc>
                <a:spcPct val="115000"/>
              </a:lnSpc>
              <a:spcBef>
                <a:spcPts val="0"/>
              </a:spcBef>
              <a:spcAft>
                <a:spcPts val="0"/>
              </a:spcAft>
              <a:buSzPts val="1400"/>
              <a:buNone/>
              <a:defRPr/>
            </a:lvl2pPr>
            <a:lvl3pPr lvl="2" algn="r">
              <a:lnSpc>
                <a:spcPct val="115000"/>
              </a:lnSpc>
              <a:spcBef>
                <a:spcPts val="0"/>
              </a:spcBef>
              <a:spcAft>
                <a:spcPts val="0"/>
              </a:spcAft>
              <a:buSzPts val="1400"/>
              <a:buNone/>
              <a:defRPr/>
            </a:lvl3pPr>
            <a:lvl4pPr lvl="3" algn="r">
              <a:lnSpc>
                <a:spcPct val="115000"/>
              </a:lnSpc>
              <a:spcBef>
                <a:spcPts val="0"/>
              </a:spcBef>
              <a:spcAft>
                <a:spcPts val="0"/>
              </a:spcAft>
              <a:buSzPts val="1400"/>
              <a:buNone/>
              <a:defRPr/>
            </a:lvl4pPr>
            <a:lvl5pPr lvl="4" algn="r">
              <a:lnSpc>
                <a:spcPct val="115000"/>
              </a:lnSpc>
              <a:spcBef>
                <a:spcPts val="0"/>
              </a:spcBef>
              <a:spcAft>
                <a:spcPts val="0"/>
              </a:spcAft>
              <a:buSzPts val="1400"/>
              <a:buNone/>
              <a:defRPr/>
            </a:lvl5pPr>
            <a:lvl6pPr lvl="5" algn="r">
              <a:lnSpc>
                <a:spcPct val="115000"/>
              </a:lnSpc>
              <a:spcBef>
                <a:spcPts val="0"/>
              </a:spcBef>
              <a:spcAft>
                <a:spcPts val="0"/>
              </a:spcAft>
              <a:buSzPts val="1400"/>
              <a:buNone/>
              <a:defRPr/>
            </a:lvl6pPr>
            <a:lvl7pPr lvl="6" algn="r">
              <a:lnSpc>
                <a:spcPct val="115000"/>
              </a:lnSpc>
              <a:spcBef>
                <a:spcPts val="0"/>
              </a:spcBef>
              <a:spcAft>
                <a:spcPts val="0"/>
              </a:spcAft>
              <a:buSzPts val="1400"/>
              <a:buNone/>
              <a:defRPr/>
            </a:lvl7pPr>
            <a:lvl8pPr lvl="7" algn="r">
              <a:lnSpc>
                <a:spcPct val="115000"/>
              </a:lnSpc>
              <a:spcBef>
                <a:spcPts val="0"/>
              </a:spcBef>
              <a:spcAft>
                <a:spcPts val="0"/>
              </a:spcAft>
              <a:buSzPts val="1400"/>
              <a:buNone/>
              <a:defRPr/>
            </a:lvl8pPr>
            <a:lvl9pPr lvl="8" algn="r">
              <a:lnSpc>
                <a:spcPct val="115000"/>
              </a:lnSpc>
              <a:spcBef>
                <a:spcPts val="0"/>
              </a:spcBef>
              <a:spcAft>
                <a:spcPts val="0"/>
              </a:spcAft>
              <a:buSzPts val="1400"/>
              <a:buNone/>
              <a:defRPr/>
            </a:lvl9pPr>
          </a:lstStyle>
          <a:p/>
        </p:txBody>
      </p:sp>
      <p:sp>
        <p:nvSpPr>
          <p:cNvPr id="341" name="Google Shape;341;p55"/>
          <p:cNvSpPr/>
          <p:nvPr>
            <p:ph idx="3" type="pic"/>
          </p:nvPr>
        </p:nvSpPr>
        <p:spPr>
          <a:xfrm>
            <a:off x="228600" y="223150"/>
            <a:ext cx="8686800" cy="2514600"/>
          </a:xfrm>
          <a:prstGeom prst="rect">
            <a:avLst/>
          </a:prstGeom>
          <a:noFill/>
          <a:ln>
            <a:noFill/>
          </a:ln>
        </p:spPr>
      </p:sp>
      <p:cxnSp>
        <p:nvCxnSpPr>
          <p:cNvPr id="342" name="Google Shape;342;p55"/>
          <p:cNvCxnSpPr/>
          <p:nvPr/>
        </p:nvCxnSpPr>
        <p:spPr>
          <a:xfrm>
            <a:off x="371791" y="384027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343" name="Google Shape;343;p55"/>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44" name="Google Shape;344;p55"/>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Lagunita">
  <p:cSld name="TITLE_AND_BODY_4">
    <p:spTree>
      <p:nvGrpSpPr>
        <p:cNvPr id="345" name="Shape 345"/>
        <p:cNvGrpSpPr/>
        <p:nvPr/>
      </p:nvGrpSpPr>
      <p:grpSpPr>
        <a:xfrm>
          <a:off x="0" y="0"/>
          <a:ext cx="0" cy="0"/>
          <a:chOff x="0" y="0"/>
          <a:chExt cx="0" cy="0"/>
        </a:xfrm>
      </p:grpSpPr>
      <p:sp>
        <p:nvSpPr>
          <p:cNvPr id="346" name="Google Shape;346;p56"/>
          <p:cNvSpPr txBox="1"/>
          <p:nvPr>
            <p:ph type="title"/>
          </p:nvPr>
        </p:nvSpPr>
        <p:spPr>
          <a:xfrm>
            <a:off x="311700" y="244516"/>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7" name="Google Shape;347;p56"/>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48" name="Google Shape;348;p56"/>
          <p:cNvSpPr/>
          <p:nvPr/>
        </p:nvSpPr>
        <p:spPr>
          <a:xfrm>
            <a:off x="7909560" y="277400"/>
            <a:ext cx="1371600" cy="457200"/>
          </a:xfrm>
          <a:prstGeom prst="rect">
            <a:avLst/>
          </a:prstGeom>
          <a:solidFill>
            <a:srgbClr val="006C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49" name="Google Shape;349;p56"/>
          <p:cNvSpPr txBox="1"/>
          <p:nvPr>
            <p:ph idx="2"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cxnSp>
        <p:nvCxnSpPr>
          <p:cNvPr id="350" name="Google Shape;350;p56"/>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351" name="Google Shape;351;p56"/>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52" name="Google Shape;352;p56"/>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utumn Gingko">
  <p:cSld name="TITLE_AND_BODY_4_1">
    <p:spTree>
      <p:nvGrpSpPr>
        <p:cNvPr id="353" name="Shape 353"/>
        <p:cNvGrpSpPr/>
        <p:nvPr/>
      </p:nvGrpSpPr>
      <p:grpSpPr>
        <a:xfrm>
          <a:off x="0" y="0"/>
          <a:ext cx="0" cy="0"/>
          <a:chOff x="0" y="0"/>
          <a:chExt cx="0" cy="0"/>
        </a:xfrm>
      </p:grpSpPr>
      <p:sp>
        <p:nvSpPr>
          <p:cNvPr id="354" name="Google Shape;354;p57"/>
          <p:cNvSpPr txBox="1"/>
          <p:nvPr>
            <p:ph type="title"/>
          </p:nvPr>
        </p:nvSpPr>
        <p:spPr>
          <a:xfrm>
            <a:off x="311700" y="244516"/>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5" name="Google Shape;355;p57"/>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56" name="Google Shape;356;p57"/>
          <p:cNvSpPr/>
          <p:nvPr/>
        </p:nvSpPr>
        <p:spPr>
          <a:xfrm>
            <a:off x="7909560" y="277400"/>
            <a:ext cx="1371600" cy="457200"/>
          </a:xfrm>
          <a:prstGeom prst="rect">
            <a:avLst/>
          </a:prstGeom>
          <a:solidFill>
            <a:srgbClr val="F1AD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57" name="Google Shape;357;p57"/>
          <p:cNvSpPr txBox="1"/>
          <p:nvPr>
            <p:ph idx="2"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cxnSp>
        <p:nvCxnSpPr>
          <p:cNvPr id="358" name="Google Shape;358;p57"/>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359" name="Google Shape;359;p57"/>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60" name="Google Shape;360;p57"/>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Brick">
  <p:cSld name="TITLE_AND_BODY_4_1_1">
    <p:spTree>
      <p:nvGrpSpPr>
        <p:cNvPr id="361" name="Shape 361"/>
        <p:cNvGrpSpPr/>
        <p:nvPr/>
      </p:nvGrpSpPr>
      <p:grpSpPr>
        <a:xfrm>
          <a:off x="0" y="0"/>
          <a:ext cx="0" cy="0"/>
          <a:chOff x="0" y="0"/>
          <a:chExt cx="0" cy="0"/>
        </a:xfrm>
      </p:grpSpPr>
      <p:sp>
        <p:nvSpPr>
          <p:cNvPr id="362" name="Google Shape;362;p58"/>
          <p:cNvSpPr txBox="1"/>
          <p:nvPr>
            <p:ph type="title"/>
          </p:nvPr>
        </p:nvSpPr>
        <p:spPr>
          <a:xfrm>
            <a:off x="311700" y="244516"/>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3" name="Google Shape;363;p58"/>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64" name="Google Shape;364;p58"/>
          <p:cNvSpPr/>
          <p:nvPr/>
        </p:nvSpPr>
        <p:spPr>
          <a:xfrm>
            <a:off x="7909560" y="277400"/>
            <a:ext cx="1371600" cy="457200"/>
          </a:xfrm>
          <a:prstGeom prst="rect">
            <a:avLst/>
          </a:prstGeom>
          <a:solidFill>
            <a:srgbClr val="7F2D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65" name="Google Shape;365;p58"/>
          <p:cNvSpPr txBox="1"/>
          <p:nvPr>
            <p:ph idx="2"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366" name="Google Shape;366;p58"/>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367" name="Google Shape;367;p58"/>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68" name="Google Shape;368;p58"/>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Bay">
  <p:cSld name="TITLE_AND_BODY_4_1_1_1">
    <p:spTree>
      <p:nvGrpSpPr>
        <p:cNvPr id="369" name="Shape 369"/>
        <p:cNvGrpSpPr/>
        <p:nvPr/>
      </p:nvGrpSpPr>
      <p:grpSpPr>
        <a:xfrm>
          <a:off x="0" y="0"/>
          <a:ext cx="0" cy="0"/>
          <a:chOff x="0" y="0"/>
          <a:chExt cx="0" cy="0"/>
        </a:xfrm>
      </p:grpSpPr>
      <p:sp>
        <p:nvSpPr>
          <p:cNvPr id="370" name="Google Shape;370;p59"/>
          <p:cNvSpPr txBox="1"/>
          <p:nvPr>
            <p:ph type="title"/>
          </p:nvPr>
        </p:nvSpPr>
        <p:spPr>
          <a:xfrm>
            <a:off x="311700" y="244516"/>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1" name="Google Shape;371;p59"/>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72" name="Google Shape;372;p59"/>
          <p:cNvSpPr/>
          <p:nvPr/>
        </p:nvSpPr>
        <p:spPr>
          <a:xfrm>
            <a:off x="7909560" y="277400"/>
            <a:ext cx="1371600" cy="457200"/>
          </a:xfrm>
          <a:prstGeom prst="rect">
            <a:avLst/>
          </a:prstGeom>
          <a:solidFill>
            <a:srgbClr val="41786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73" name="Google Shape;373;p59"/>
          <p:cNvSpPr txBox="1"/>
          <p:nvPr>
            <p:ph idx="2"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374" name="Google Shape;374;p59"/>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375" name="Google Shape;375;p59"/>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76" name="Google Shape;376;p59"/>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Poppy">
  <p:cSld name="TITLE_AND_BODY_4_1_1_1_1">
    <p:spTree>
      <p:nvGrpSpPr>
        <p:cNvPr id="377" name="Shape 377"/>
        <p:cNvGrpSpPr/>
        <p:nvPr/>
      </p:nvGrpSpPr>
      <p:grpSpPr>
        <a:xfrm>
          <a:off x="0" y="0"/>
          <a:ext cx="0" cy="0"/>
          <a:chOff x="0" y="0"/>
          <a:chExt cx="0" cy="0"/>
        </a:xfrm>
      </p:grpSpPr>
      <p:sp>
        <p:nvSpPr>
          <p:cNvPr id="378" name="Google Shape;378;p60"/>
          <p:cNvSpPr txBox="1"/>
          <p:nvPr>
            <p:ph type="title"/>
          </p:nvPr>
        </p:nvSpPr>
        <p:spPr>
          <a:xfrm>
            <a:off x="311700" y="244516"/>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9" name="Google Shape;379;p60"/>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80" name="Google Shape;380;p60"/>
          <p:cNvSpPr/>
          <p:nvPr/>
        </p:nvSpPr>
        <p:spPr>
          <a:xfrm>
            <a:off x="7909560" y="277400"/>
            <a:ext cx="1371600" cy="457200"/>
          </a:xfrm>
          <a:prstGeom prst="rect">
            <a:avLst/>
          </a:prstGeom>
          <a:solidFill>
            <a:srgbClr val="D1660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81" name="Google Shape;381;p60"/>
          <p:cNvSpPr txBox="1"/>
          <p:nvPr>
            <p:ph idx="2"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382" name="Google Shape;382;p60"/>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383" name="Google Shape;383;p60"/>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84" name="Google Shape;384;p60"/>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Digital Blue">
  <p:cSld name="TITLE_AND_BODY_4_1_1_1_1_1">
    <p:spTree>
      <p:nvGrpSpPr>
        <p:cNvPr id="385" name="Shape 385"/>
        <p:cNvGrpSpPr/>
        <p:nvPr/>
      </p:nvGrpSpPr>
      <p:grpSpPr>
        <a:xfrm>
          <a:off x="0" y="0"/>
          <a:ext cx="0" cy="0"/>
          <a:chOff x="0" y="0"/>
          <a:chExt cx="0" cy="0"/>
        </a:xfrm>
      </p:grpSpPr>
      <p:sp>
        <p:nvSpPr>
          <p:cNvPr id="386" name="Google Shape;386;p61"/>
          <p:cNvSpPr txBox="1"/>
          <p:nvPr>
            <p:ph type="title"/>
          </p:nvPr>
        </p:nvSpPr>
        <p:spPr>
          <a:xfrm>
            <a:off x="311700" y="244516"/>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7" name="Google Shape;387;p61"/>
          <p:cNvSpPr txBox="1"/>
          <p:nvPr>
            <p:ph idx="1" type="body"/>
          </p:nvPr>
        </p:nvSpPr>
        <p:spPr>
          <a:xfrm>
            <a:off x="310896" y="1143000"/>
            <a:ext cx="85206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88" name="Google Shape;388;p61"/>
          <p:cNvSpPr/>
          <p:nvPr/>
        </p:nvSpPr>
        <p:spPr>
          <a:xfrm>
            <a:off x="7909560" y="277400"/>
            <a:ext cx="1371600" cy="457200"/>
          </a:xfrm>
          <a:prstGeom prst="rect">
            <a:avLst/>
          </a:prstGeom>
          <a:solidFill>
            <a:srgbClr val="0054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89" name="Google Shape;389;p61"/>
          <p:cNvSpPr txBox="1"/>
          <p:nvPr>
            <p:ph idx="2"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390" name="Google Shape;390;p61"/>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391" name="Google Shape;391;p61"/>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92" name="Google Shape;392;p61"/>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Cardinal Red" type="twoColTx">
  <p:cSld name="TITLE_AND_TWO_COLUMNS">
    <p:spTree>
      <p:nvGrpSpPr>
        <p:cNvPr id="393" name="Shape 393"/>
        <p:cNvGrpSpPr/>
        <p:nvPr/>
      </p:nvGrpSpPr>
      <p:grpSpPr>
        <a:xfrm>
          <a:off x="0" y="0"/>
          <a:ext cx="0" cy="0"/>
          <a:chOff x="0" y="0"/>
          <a:chExt cx="0" cy="0"/>
        </a:xfrm>
      </p:grpSpPr>
      <p:sp>
        <p:nvSpPr>
          <p:cNvPr id="394" name="Google Shape;394;p62"/>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5" name="Google Shape;395;p62"/>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96" name="Google Shape;396;p62"/>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97" name="Google Shape;397;p62"/>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398" name="Google Shape;398;p62"/>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399" name="Google Shape;399;p62"/>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Lagunita">
  <p:cSld name="TITLE_AND_TWO_COLUMNS_1">
    <p:spTree>
      <p:nvGrpSpPr>
        <p:cNvPr id="400" name="Shape 400"/>
        <p:cNvGrpSpPr/>
        <p:nvPr/>
      </p:nvGrpSpPr>
      <p:grpSpPr>
        <a:xfrm>
          <a:off x="0" y="0"/>
          <a:ext cx="0" cy="0"/>
          <a:chOff x="0" y="0"/>
          <a:chExt cx="0" cy="0"/>
        </a:xfrm>
      </p:grpSpPr>
      <p:sp>
        <p:nvSpPr>
          <p:cNvPr id="401" name="Google Shape;401;p63"/>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02" name="Google Shape;402;p63"/>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3" name="Google Shape;403;p63"/>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4" name="Google Shape;404;p63"/>
          <p:cNvSpPr/>
          <p:nvPr/>
        </p:nvSpPr>
        <p:spPr>
          <a:xfrm>
            <a:off x="7909560" y="277400"/>
            <a:ext cx="1371600" cy="457200"/>
          </a:xfrm>
          <a:prstGeom prst="rect">
            <a:avLst/>
          </a:prstGeom>
          <a:solidFill>
            <a:srgbClr val="006C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05" name="Google Shape;405;p63"/>
          <p:cNvSpPr txBox="1"/>
          <p:nvPr>
            <p:ph idx="3"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cxnSp>
        <p:nvCxnSpPr>
          <p:cNvPr id="406" name="Google Shape;406;p63"/>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407" name="Google Shape;407;p63"/>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08" name="Google Shape;408;p63"/>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utumn Gingko">
  <p:cSld name="TITLE_AND_TWO_COLUMNS_1_1">
    <p:spTree>
      <p:nvGrpSpPr>
        <p:cNvPr id="409" name="Shape 409"/>
        <p:cNvGrpSpPr/>
        <p:nvPr/>
      </p:nvGrpSpPr>
      <p:grpSpPr>
        <a:xfrm>
          <a:off x="0" y="0"/>
          <a:ext cx="0" cy="0"/>
          <a:chOff x="0" y="0"/>
          <a:chExt cx="0" cy="0"/>
        </a:xfrm>
      </p:grpSpPr>
      <p:sp>
        <p:nvSpPr>
          <p:cNvPr id="410" name="Google Shape;410;p64"/>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1" name="Google Shape;411;p64"/>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2" name="Google Shape;412;p64"/>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3" name="Google Shape;413;p64"/>
          <p:cNvSpPr/>
          <p:nvPr/>
        </p:nvSpPr>
        <p:spPr>
          <a:xfrm>
            <a:off x="7909560" y="277400"/>
            <a:ext cx="1371600" cy="457200"/>
          </a:xfrm>
          <a:prstGeom prst="rect">
            <a:avLst/>
          </a:prstGeom>
          <a:solidFill>
            <a:srgbClr val="F1AD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14" name="Google Shape;414;p64"/>
          <p:cNvSpPr txBox="1"/>
          <p:nvPr>
            <p:ph idx="3"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cxnSp>
        <p:nvCxnSpPr>
          <p:cNvPr id="415" name="Google Shape;415;p64"/>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416" name="Google Shape;416;p64"/>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17" name="Google Shape;417;p64"/>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Brick">
  <p:cSld name="TITLE_AND_TWO_COLUMNS_1_1_1">
    <p:spTree>
      <p:nvGrpSpPr>
        <p:cNvPr id="418" name="Shape 418"/>
        <p:cNvGrpSpPr/>
        <p:nvPr/>
      </p:nvGrpSpPr>
      <p:grpSpPr>
        <a:xfrm>
          <a:off x="0" y="0"/>
          <a:ext cx="0" cy="0"/>
          <a:chOff x="0" y="0"/>
          <a:chExt cx="0" cy="0"/>
        </a:xfrm>
      </p:grpSpPr>
      <p:sp>
        <p:nvSpPr>
          <p:cNvPr id="419" name="Google Shape;419;p65"/>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0" name="Google Shape;420;p65"/>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1" name="Google Shape;421;p65"/>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2" name="Google Shape;422;p65"/>
          <p:cNvSpPr/>
          <p:nvPr/>
        </p:nvSpPr>
        <p:spPr>
          <a:xfrm>
            <a:off x="7909560" y="277400"/>
            <a:ext cx="1371600" cy="457200"/>
          </a:xfrm>
          <a:prstGeom prst="rect">
            <a:avLst/>
          </a:prstGeom>
          <a:solidFill>
            <a:srgbClr val="7F2D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23" name="Google Shape;423;p65"/>
          <p:cNvSpPr txBox="1"/>
          <p:nvPr>
            <p:ph idx="3"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424" name="Google Shape;424;p65"/>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425" name="Google Shape;425;p65"/>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26" name="Google Shape;426;p65"/>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Bay">
  <p:cSld name="TITLE_AND_TWO_COLUMNS_1_1_1_1">
    <p:spTree>
      <p:nvGrpSpPr>
        <p:cNvPr id="427" name="Shape 427"/>
        <p:cNvGrpSpPr/>
        <p:nvPr/>
      </p:nvGrpSpPr>
      <p:grpSpPr>
        <a:xfrm>
          <a:off x="0" y="0"/>
          <a:ext cx="0" cy="0"/>
          <a:chOff x="0" y="0"/>
          <a:chExt cx="0" cy="0"/>
        </a:xfrm>
      </p:grpSpPr>
      <p:sp>
        <p:nvSpPr>
          <p:cNvPr id="428" name="Google Shape;428;p66"/>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9" name="Google Shape;429;p66"/>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0" name="Google Shape;430;p66"/>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1" name="Google Shape;431;p66"/>
          <p:cNvSpPr/>
          <p:nvPr/>
        </p:nvSpPr>
        <p:spPr>
          <a:xfrm>
            <a:off x="7909560" y="277400"/>
            <a:ext cx="1371600" cy="457200"/>
          </a:xfrm>
          <a:prstGeom prst="rect">
            <a:avLst/>
          </a:prstGeom>
          <a:solidFill>
            <a:srgbClr val="41786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32" name="Google Shape;432;p66"/>
          <p:cNvSpPr txBox="1"/>
          <p:nvPr>
            <p:ph idx="3"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433" name="Google Shape;433;p66"/>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434" name="Google Shape;434;p66"/>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35" name="Google Shape;435;p66"/>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Poppy">
  <p:cSld name="TITLE_AND_TWO_COLUMNS_1_1_1_1_1">
    <p:spTree>
      <p:nvGrpSpPr>
        <p:cNvPr id="436" name="Shape 436"/>
        <p:cNvGrpSpPr/>
        <p:nvPr/>
      </p:nvGrpSpPr>
      <p:grpSpPr>
        <a:xfrm>
          <a:off x="0" y="0"/>
          <a:ext cx="0" cy="0"/>
          <a:chOff x="0" y="0"/>
          <a:chExt cx="0" cy="0"/>
        </a:xfrm>
      </p:grpSpPr>
      <p:sp>
        <p:nvSpPr>
          <p:cNvPr id="437" name="Google Shape;437;p67"/>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8" name="Google Shape;438;p67"/>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9" name="Google Shape;439;p67"/>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0" name="Google Shape;440;p67"/>
          <p:cNvSpPr/>
          <p:nvPr/>
        </p:nvSpPr>
        <p:spPr>
          <a:xfrm>
            <a:off x="7909560" y="277400"/>
            <a:ext cx="1371600" cy="457200"/>
          </a:xfrm>
          <a:prstGeom prst="rect">
            <a:avLst/>
          </a:prstGeom>
          <a:solidFill>
            <a:srgbClr val="D1660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41" name="Google Shape;441;p67"/>
          <p:cNvSpPr txBox="1"/>
          <p:nvPr>
            <p:ph idx="3"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442" name="Google Shape;442;p67"/>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443" name="Google Shape;443;p67"/>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44" name="Google Shape;444;p67"/>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Digital Blue">
  <p:cSld name="TITLE_AND_TWO_COLUMNS_1_1_1_1_1_1">
    <p:spTree>
      <p:nvGrpSpPr>
        <p:cNvPr id="445" name="Shape 445"/>
        <p:cNvGrpSpPr/>
        <p:nvPr/>
      </p:nvGrpSpPr>
      <p:grpSpPr>
        <a:xfrm>
          <a:off x="0" y="0"/>
          <a:ext cx="0" cy="0"/>
          <a:chOff x="0" y="0"/>
          <a:chExt cx="0" cy="0"/>
        </a:xfrm>
      </p:grpSpPr>
      <p:sp>
        <p:nvSpPr>
          <p:cNvPr id="446" name="Google Shape;446;p68"/>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47" name="Google Shape;447;p68"/>
          <p:cNvSpPr txBox="1"/>
          <p:nvPr>
            <p:ph idx="1" type="body"/>
          </p:nvPr>
        </p:nvSpPr>
        <p:spPr>
          <a:xfrm>
            <a:off x="3117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8" name="Google Shape;448;p68"/>
          <p:cNvSpPr txBox="1"/>
          <p:nvPr>
            <p:ph idx="2" type="body"/>
          </p:nvPr>
        </p:nvSpPr>
        <p:spPr>
          <a:xfrm>
            <a:off x="4832400" y="1143000"/>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9" name="Google Shape;449;p68"/>
          <p:cNvSpPr/>
          <p:nvPr/>
        </p:nvSpPr>
        <p:spPr>
          <a:xfrm>
            <a:off x="7909560" y="277400"/>
            <a:ext cx="1371600" cy="457200"/>
          </a:xfrm>
          <a:prstGeom prst="rect">
            <a:avLst/>
          </a:prstGeom>
          <a:solidFill>
            <a:srgbClr val="0054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50" name="Google Shape;450;p68"/>
          <p:cNvSpPr txBox="1"/>
          <p:nvPr>
            <p:ph idx="3"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451" name="Google Shape;451;p68"/>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452" name="Google Shape;452;p68"/>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53" name="Google Shape;453;p68"/>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Lagunita">
  <p:cSld name="TITLE_ONLY_1">
    <p:spTree>
      <p:nvGrpSpPr>
        <p:cNvPr id="454" name="Shape 454"/>
        <p:cNvGrpSpPr/>
        <p:nvPr/>
      </p:nvGrpSpPr>
      <p:grpSpPr>
        <a:xfrm>
          <a:off x="0" y="0"/>
          <a:ext cx="0" cy="0"/>
          <a:chOff x="0" y="0"/>
          <a:chExt cx="0" cy="0"/>
        </a:xfrm>
      </p:grpSpPr>
      <p:sp>
        <p:nvSpPr>
          <p:cNvPr id="455" name="Google Shape;455;p69"/>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6" name="Google Shape;456;p69"/>
          <p:cNvSpPr/>
          <p:nvPr/>
        </p:nvSpPr>
        <p:spPr>
          <a:xfrm>
            <a:off x="7909560" y="277400"/>
            <a:ext cx="1371600" cy="457200"/>
          </a:xfrm>
          <a:prstGeom prst="rect">
            <a:avLst/>
          </a:prstGeom>
          <a:solidFill>
            <a:srgbClr val="006C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57" name="Google Shape;457;p69"/>
          <p:cNvSpPr txBox="1"/>
          <p:nvPr>
            <p:ph idx="1"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cxnSp>
        <p:nvCxnSpPr>
          <p:cNvPr id="458" name="Google Shape;458;p69"/>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459" name="Google Shape;459;p69"/>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60" name="Google Shape;460;p69"/>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utumn Gingko">
  <p:cSld name="TITLE_ONLY_1_1">
    <p:spTree>
      <p:nvGrpSpPr>
        <p:cNvPr id="461" name="Shape 461"/>
        <p:cNvGrpSpPr/>
        <p:nvPr/>
      </p:nvGrpSpPr>
      <p:grpSpPr>
        <a:xfrm>
          <a:off x="0" y="0"/>
          <a:ext cx="0" cy="0"/>
          <a:chOff x="0" y="0"/>
          <a:chExt cx="0" cy="0"/>
        </a:xfrm>
      </p:grpSpPr>
      <p:sp>
        <p:nvSpPr>
          <p:cNvPr id="462" name="Google Shape;462;p70"/>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3" name="Google Shape;463;p70"/>
          <p:cNvSpPr/>
          <p:nvPr/>
        </p:nvSpPr>
        <p:spPr>
          <a:xfrm>
            <a:off x="7909560" y="277400"/>
            <a:ext cx="1371600" cy="457200"/>
          </a:xfrm>
          <a:prstGeom prst="rect">
            <a:avLst/>
          </a:prstGeom>
          <a:solidFill>
            <a:srgbClr val="F1AD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64" name="Google Shape;464;p70"/>
          <p:cNvSpPr txBox="1"/>
          <p:nvPr>
            <p:ph idx="1"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cxnSp>
        <p:nvCxnSpPr>
          <p:cNvPr id="465" name="Google Shape;465;p70"/>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466" name="Google Shape;466;p70"/>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67" name="Google Shape;467;p70"/>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Brick">
  <p:cSld name="TITLE_ONLY_1_1_1">
    <p:spTree>
      <p:nvGrpSpPr>
        <p:cNvPr id="468" name="Shape 468"/>
        <p:cNvGrpSpPr/>
        <p:nvPr/>
      </p:nvGrpSpPr>
      <p:grpSpPr>
        <a:xfrm>
          <a:off x="0" y="0"/>
          <a:ext cx="0" cy="0"/>
          <a:chOff x="0" y="0"/>
          <a:chExt cx="0" cy="0"/>
        </a:xfrm>
      </p:grpSpPr>
      <p:sp>
        <p:nvSpPr>
          <p:cNvPr id="469" name="Google Shape;469;p71"/>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0" name="Google Shape;470;p71"/>
          <p:cNvSpPr/>
          <p:nvPr/>
        </p:nvSpPr>
        <p:spPr>
          <a:xfrm>
            <a:off x="7909560" y="277400"/>
            <a:ext cx="1371600" cy="457200"/>
          </a:xfrm>
          <a:prstGeom prst="rect">
            <a:avLst/>
          </a:prstGeom>
          <a:solidFill>
            <a:srgbClr val="7F2D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71" name="Google Shape;471;p71"/>
          <p:cNvSpPr txBox="1"/>
          <p:nvPr>
            <p:ph idx="1"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472" name="Google Shape;472;p71"/>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473" name="Google Shape;473;p71"/>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74" name="Google Shape;474;p71"/>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Bay">
  <p:cSld name="TITLE_ONLY_1_1_1_1">
    <p:spTree>
      <p:nvGrpSpPr>
        <p:cNvPr id="475" name="Shape 475"/>
        <p:cNvGrpSpPr/>
        <p:nvPr/>
      </p:nvGrpSpPr>
      <p:grpSpPr>
        <a:xfrm>
          <a:off x="0" y="0"/>
          <a:ext cx="0" cy="0"/>
          <a:chOff x="0" y="0"/>
          <a:chExt cx="0" cy="0"/>
        </a:xfrm>
      </p:grpSpPr>
      <p:sp>
        <p:nvSpPr>
          <p:cNvPr id="476" name="Google Shape;476;p72"/>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7" name="Google Shape;477;p72"/>
          <p:cNvSpPr/>
          <p:nvPr/>
        </p:nvSpPr>
        <p:spPr>
          <a:xfrm>
            <a:off x="7909560" y="277400"/>
            <a:ext cx="1371600" cy="457200"/>
          </a:xfrm>
          <a:prstGeom prst="rect">
            <a:avLst/>
          </a:prstGeom>
          <a:solidFill>
            <a:srgbClr val="41786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78" name="Google Shape;478;p72"/>
          <p:cNvSpPr txBox="1"/>
          <p:nvPr>
            <p:ph idx="1"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479" name="Google Shape;479;p72"/>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480" name="Google Shape;480;p72"/>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81" name="Google Shape;481;p72"/>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Poppy">
  <p:cSld name="TITLE_ONLY_1_1_1_1_1">
    <p:spTree>
      <p:nvGrpSpPr>
        <p:cNvPr id="482" name="Shape 482"/>
        <p:cNvGrpSpPr/>
        <p:nvPr/>
      </p:nvGrpSpPr>
      <p:grpSpPr>
        <a:xfrm>
          <a:off x="0" y="0"/>
          <a:ext cx="0" cy="0"/>
          <a:chOff x="0" y="0"/>
          <a:chExt cx="0" cy="0"/>
        </a:xfrm>
      </p:grpSpPr>
      <p:sp>
        <p:nvSpPr>
          <p:cNvPr id="483" name="Google Shape;483;p73"/>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4" name="Google Shape;484;p73"/>
          <p:cNvSpPr/>
          <p:nvPr/>
        </p:nvSpPr>
        <p:spPr>
          <a:xfrm>
            <a:off x="7909560" y="277400"/>
            <a:ext cx="1371600" cy="457200"/>
          </a:xfrm>
          <a:prstGeom prst="rect">
            <a:avLst/>
          </a:prstGeom>
          <a:solidFill>
            <a:srgbClr val="D1660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85" name="Google Shape;485;p73"/>
          <p:cNvSpPr txBox="1"/>
          <p:nvPr>
            <p:ph idx="1"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486" name="Google Shape;486;p73"/>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487" name="Google Shape;487;p73"/>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88" name="Google Shape;488;p73"/>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Digital Blue">
  <p:cSld name="TITLE_ONLY_1_1_1_1_1_1">
    <p:spTree>
      <p:nvGrpSpPr>
        <p:cNvPr id="489" name="Shape 489"/>
        <p:cNvGrpSpPr/>
        <p:nvPr/>
      </p:nvGrpSpPr>
      <p:grpSpPr>
        <a:xfrm>
          <a:off x="0" y="0"/>
          <a:ext cx="0" cy="0"/>
          <a:chOff x="0" y="0"/>
          <a:chExt cx="0" cy="0"/>
        </a:xfrm>
      </p:grpSpPr>
      <p:sp>
        <p:nvSpPr>
          <p:cNvPr id="490" name="Google Shape;490;p74"/>
          <p:cNvSpPr txBox="1"/>
          <p:nvPr>
            <p:ph type="title"/>
          </p:nvPr>
        </p:nvSpPr>
        <p:spPr>
          <a:xfrm>
            <a:off x="311700" y="244522"/>
            <a:ext cx="7452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91" name="Google Shape;491;p74"/>
          <p:cNvSpPr/>
          <p:nvPr/>
        </p:nvSpPr>
        <p:spPr>
          <a:xfrm>
            <a:off x="7909560" y="277400"/>
            <a:ext cx="1371600" cy="457200"/>
          </a:xfrm>
          <a:prstGeom prst="rect">
            <a:avLst/>
          </a:prstGeom>
          <a:solidFill>
            <a:srgbClr val="0054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92" name="Google Shape;492;p74"/>
          <p:cNvSpPr txBox="1"/>
          <p:nvPr>
            <p:ph idx="1" type="subTitle"/>
          </p:nvPr>
        </p:nvSpPr>
        <p:spPr>
          <a:xfrm>
            <a:off x="7900416" y="319671"/>
            <a:ext cx="1243500" cy="38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None/>
              <a:defRPr>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cxnSp>
        <p:nvCxnSpPr>
          <p:cNvPr id="493" name="Google Shape;493;p74"/>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494" name="Google Shape;494;p74"/>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495" name="Google Shape;495;p74"/>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96" name="Shape 496"/>
        <p:cNvGrpSpPr/>
        <p:nvPr/>
      </p:nvGrpSpPr>
      <p:grpSpPr>
        <a:xfrm>
          <a:off x="0" y="0"/>
          <a:ext cx="0" cy="0"/>
          <a:chOff x="0" y="0"/>
          <a:chExt cx="0" cy="0"/>
        </a:xfrm>
      </p:grpSpPr>
      <p:sp>
        <p:nvSpPr>
          <p:cNvPr id="497" name="Google Shape;497;p75"/>
          <p:cNvSpPr txBox="1"/>
          <p:nvPr>
            <p:ph idx="1" type="body"/>
          </p:nvPr>
        </p:nvSpPr>
        <p:spPr>
          <a:xfrm>
            <a:off x="311700" y="1546950"/>
            <a:ext cx="3807600" cy="3179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98" name="Google Shape;498;p75"/>
          <p:cNvSpPr txBox="1"/>
          <p:nvPr>
            <p:ph type="title"/>
          </p:nvPr>
        </p:nvSpPr>
        <p:spPr>
          <a:xfrm>
            <a:off x="311700" y="671394"/>
            <a:ext cx="3807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499" name="Google Shape;499;p75"/>
          <p:cNvCxnSpPr/>
          <p:nvPr/>
        </p:nvCxnSpPr>
        <p:spPr>
          <a:xfrm>
            <a:off x="401902" y="13200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500" name="Google Shape;500;p75"/>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501" name="Google Shape;501;p75"/>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extLst>
    <p:ext uri="{DCECCB84-F9BA-43D5-87BE-67443E8EF086}">
      <p15:sldGuideLst>
        <p15:guide id="1" pos="2880">
          <p15:clr>
            <a:srgbClr val="E46962"/>
          </p15:clr>
        </p15:guide>
        <p15:guide id="2" orient="horz" pos="684">
          <p15:clr>
            <a:srgbClr val="E46962"/>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Lagunita">
  <p:cSld name="MAIN_POINT_3">
    <p:spTree>
      <p:nvGrpSpPr>
        <p:cNvPr id="502" name="Shape 502"/>
        <p:cNvGrpSpPr/>
        <p:nvPr/>
      </p:nvGrpSpPr>
      <p:grpSpPr>
        <a:xfrm>
          <a:off x="0" y="0"/>
          <a:ext cx="0" cy="0"/>
          <a:chOff x="0" y="0"/>
          <a:chExt cx="0" cy="0"/>
        </a:xfrm>
      </p:grpSpPr>
      <p:sp>
        <p:nvSpPr>
          <p:cNvPr id="503" name="Google Shape;503;p76"/>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04" name="Google Shape;504;p76"/>
          <p:cNvSpPr/>
          <p:nvPr/>
        </p:nvSpPr>
        <p:spPr>
          <a:xfrm>
            <a:off x="274320" y="1341120"/>
            <a:ext cx="274200" cy="2286000"/>
          </a:xfrm>
          <a:prstGeom prst="rect">
            <a:avLst/>
          </a:prstGeom>
          <a:solidFill>
            <a:srgbClr val="006C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utumn Gingko">
  <p:cSld name="MAIN_POINT_2">
    <p:spTree>
      <p:nvGrpSpPr>
        <p:cNvPr id="505" name="Shape 505"/>
        <p:cNvGrpSpPr/>
        <p:nvPr/>
      </p:nvGrpSpPr>
      <p:grpSpPr>
        <a:xfrm>
          <a:off x="0" y="0"/>
          <a:ext cx="0" cy="0"/>
          <a:chOff x="0" y="0"/>
          <a:chExt cx="0" cy="0"/>
        </a:xfrm>
      </p:grpSpPr>
      <p:sp>
        <p:nvSpPr>
          <p:cNvPr id="506" name="Google Shape;506;p77"/>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07" name="Google Shape;507;p77"/>
          <p:cNvSpPr/>
          <p:nvPr/>
        </p:nvSpPr>
        <p:spPr>
          <a:xfrm>
            <a:off x="274320" y="1341120"/>
            <a:ext cx="274200" cy="2286000"/>
          </a:xfrm>
          <a:prstGeom prst="rect">
            <a:avLst/>
          </a:prstGeom>
          <a:solidFill>
            <a:srgbClr val="F1AD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rick">
  <p:cSld name="MAIN_POINT_2_1">
    <p:spTree>
      <p:nvGrpSpPr>
        <p:cNvPr id="508" name="Shape 508"/>
        <p:cNvGrpSpPr/>
        <p:nvPr/>
      </p:nvGrpSpPr>
      <p:grpSpPr>
        <a:xfrm>
          <a:off x="0" y="0"/>
          <a:ext cx="0" cy="0"/>
          <a:chOff x="0" y="0"/>
          <a:chExt cx="0" cy="0"/>
        </a:xfrm>
      </p:grpSpPr>
      <p:sp>
        <p:nvSpPr>
          <p:cNvPr id="509" name="Google Shape;509;p78"/>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10" name="Google Shape;510;p78"/>
          <p:cNvSpPr/>
          <p:nvPr/>
        </p:nvSpPr>
        <p:spPr>
          <a:xfrm>
            <a:off x="274320" y="1341120"/>
            <a:ext cx="274200" cy="2286000"/>
          </a:xfrm>
          <a:prstGeom prst="rect">
            <a:avLst/>
          </a:prstGeom>
          <a:solidFill>
            <a:srgbClr val="7F2D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ay">
  <p:cSld name="MAIN_POINT_2_1_1">
    <p:spTree>
      <p:nvGrpSpPr>
        <p:cNvPr id="511" name="Shape 511"/>
        <p:cNvGrpSpPr/>
        <p:nvPr/>
      </p:nvGrpSpPr>
      <p:grpSpPr>
        <a:xfrm>
          <a:off x="0" y="0"/>
          <a:ext cx="0" cy="0"/>
          <a:chOff x="0" y="0"/>
          <a:chExt cx="0" cy="0"/>
        </a:xfrm>
      </p:grpSpPr>
      <p:sp>
        <p:nvSpPr>
          <p:cNvPr id="512" name="Google Shape;512;p79"/>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13" name="Google Shape;513;p79"/>
          <p:cNvSpPr/>
          <p:nvPr/>
        </p:nvSpPr>
        <p:spPr>
          <a:xfrm>
            <a:off x="274320" y="1341120"/>
            <a:ext cx="274200" cy="2286000"/>
          </a:xfrm>
          <a:prstGeom prst="rect">
            <a:avLst/>
          </a:prstGeom>
          <a:solidFill>
            <a:srgbClr val="41786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Poppy">
  <p:cSld name="MAIN_POINT_2_1_1_1">
    <p:spTree>
      <p:nvGrpSpPr>
        <p:cNvPr id="514" name="Shape 514"/>
        <p:cNvGrpSpPr/>
        <p:nvPr/>
      </p:nvGrpSpPr>
      <p:grpSpPr>
        <a:xfrm>
          <a:off x="0" y="0"/>
          <a:ext cx="0" cy="0"/>
          <a:chOff x="0" y="0"/>
          <a:chExt cx="0" cy="0"/>
        </a:xfrm>
      </p:grpSpPr>
      <p:sp>
        <p:nvSpPr>
          <p:cNvPr id="515" name="Google Shape;515;p80"/>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16" name="Google Shape;516;p80"/>
          <p:cNvSpPr/>
          <p:nvPr/>
        </p:nvSpPr>
        <p:spPr>
          <a:xfrm>
            <a:off x="274320" y="1341120"/>
            <a:ext cx="274200" cy="2286000"/>
          </a:xfrm>
          <a:prstGeom prst="rect">
            <a:avLst/>
          </a:prstGeom>
          <a:solidFill>
            <a:srgbClr val="D1660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igital Blue">
  <p:cSld name="MAIN_POINT_2_1_1_1_1">
    <p:spTree>
      <p:nvGrpSpPr>
        <p:cNvPr id="517" name="Shape 517"/>
        <p:cNvGrpSpPr/>
        <p:nvPr/>
      </p:nvGrpSpPr>
      <p:grpSpPr>
        <a:xfrm>
          <a:off x="0" y="0"/>
          <a:ext cx="0" cy="0"/>
          <a:chOff x="0" y="0"/>
          <a:chExt cx="0" cy="0"/>
        </a:xfrm>
      </p:grpSpPr>
      <p:sp>
        <p:nvSpPr>
          <p:cNvPr id="518" name="Google Shape;518;p81"/>
          <p:cNvSpPr txBox="1"/>
          <p:nvPr>
            <p:ph type="title"/>
          </p:nvPr>
        </p:nvSpPr>
        <p:spPr>
          <a:xfrm>
            <a:off x="685800" y="457200"/>
            <a:ext cx="57150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19" name="Google Shape;519;p81"/>
          <p:cNvSpPr/>
          <p:nvPr/>
        </p:nvSpPr>
        <p:spPr>
          <a:xfrm>
            <a:off x="274320" y="1341120"/>
            <a:ext cx="274200" cy="2286000"/>
          </a:xfrm>
          <a:prstGeom prst="rect">
            <a:avLst/>
          </a:prstGeom>
          <a:solidFill>
            <a:srgbClr val="0054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Lagunita">
  <p:cSld name="MAIN_POINT_1">
    <p:spTree>
      <p:nvGrpSpPr>
        <p:cNvPr id="520" name="Shape 520"/>
        <p:cNvGrpSpPr/>
        <p:nvPr/>
      </p:nvGrpSpPr>
      <p:grpSpPr>
        <a:xfrm>
          <a:off x="0" y="0"/>
          <a:ext cx="0" cy="0"/>
          <a:chOff x="0" y="0"/>
          <a:chExt cx="0" cy="0"/>
        </a:xfrm>
      </p:grpSpPr>
      <p:sp>
        <p:nvSpPr>
          <p:cNvPr id="521" name="Google Shape;521;p82"/>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22" name="Google Shape;522;p82"/>
          <p:cNvSpPr/>
          <p:nvPr/>
        </p:nvSpPr>
        <p:spPr>
          <a:xfrm>
            <a:off x="274320" y="1341120"/>
            <a:ext cx="274200" cy="2286000"/>
          </a:xfrm>
          <a:prstGeom prst="rect">
            <a:avLst/>
          </a:prstGeom>
          <a:solidFill>
            <a:srgbClr val="006C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82"/>
          <p:cNvSpPr/>
          <p:nvPr>
            <p:ph idx="2" type="pic"/>
          </p:nvPr>
        </p:nvSpPr>
        <p:spPr>
          <a:xfrm>
            <a:off x="5440680" y="182880"/>
            <a:ext cx="3474600" cy="2331600"/>
          </a:xfrm>
          <a:prstGeom prst="rect">
            <a:avLst/>
          </a:prstGeom>
          <a:noFill/>
          <a:ln>
            <a:noFill/>
          </a:ln>
        </p:spPr>
      </p:sp>
      <p:sp>
        <p:nvSpPr>
          <p:cNvPr id="524" name="Google Shape;524;p82"/>
          <p:cNvSpPr/>
          <p:nvPr>
            <p:ph idx="3" type="pic"/>
          </p:nvPr>
        </p:nvSpPr>
        <p:spPr>
          <a:xfrm>
            <a:off x="5440680" y="2651760"/>
            <a:ext cx="3474600" cy="2331600"/>
          </a:xfrm>
          <a:prstGeom prst="rect">
            <a:avLst/>
          </a:prstGeom>
          <a:noFill/>
          <a:ln>
            <a:noFill/>
          </a:ln>
        </p:spPr>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Autumn Gingko">
  <p:cSld name="MAIN_POINT_1_1">
    <p:spTree>
      <p:nvGrpSpPr>
        <p:cNvPr id="525" name="Shape 525"/>
        <p:cNvGrpSpPr/>
        <p:nvPr/>
      </p:nvGrpSpPr>
      <p:grpSpPr>
        <a:xfrm>
          <a:off x="0" y="0"/>
          <a:ext cx="0" cy="0"/>
          <a:chOff x="0" y="0"/>
          <a:chExt cx="0" cy="0"/>
        </a:xfrm>
      </p:grpSpPr>
      <p:sp>
        <p:nvSpPr>
          <p:cNvPr id="526" name="Google Shape;526;p83"/>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27" name="Google Shape;527;p83"/>
          <p:cNvSpPr/>
          <p:nvPr>
            <p:ph idx="2" type="pic"/>
          </p:nvPr>
        </p:nvSpPr>
        <p:spPr>
          <a:xfrm>
            <a:off x="5440680" y="182880"/>
            <a:ext cx="3474600" cy="2331600"/>
          </a:xfrm>
          <a:prstGeom prst="rect">
            <a:avLst/>
          </a:prstGeom>
          <a:noFill/>
          <a:ln>
            <a:noFill/>
          </a:ln>
        </p:spPr>
      </p:sp>
      <p:sp>
        <p:nvSpPr>
          <p:cNvPr id="528" name="Google Shape;528;p83"/>
          <p:cNvSpPr/>
          <p:nvPr>
            <p:ph idx="3" type="pic"/>
          </p:nvPr>
        </p:nvSpPr>
        <p:spPr>
          <a:xfrm>
            <a:off x="5440680" y="2651760"/>
            <a:ext cx="3474600" cy="2331600"/>
          </a:xfrm>
          <a:prstGeom prst="rect">
            <a:avLst/>
          </a:prstGeom>
          <a:noFill/>
          <a:ln>
            <a:noFill/>
          </a:ln>
        </p:spPr>
      </p:sp>
      <p:sp>
        <p:nvSpPr>
          <p:cNvPr id="529" name="Google Shape;529;p83"/>
          <p:cNvSpPr/>
          <p:nvPr/>
        </p:nvSpPr>
        <p:spPr>
          <a:xfrm>
            <a:off x="274320" y="1341120"/>
            <a:ext cx="274200" cy="2286000"/>
          </a:xfrm>
          <a:prstGeom prst="rect">
            <a:avLst/>
          </a:prstGeom>
          <a:solidFill>
            <a:srgbClr val="F1AD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Brick">
  <p:cSld name="MAIN_POINT_1_1_1">
    <p:spTree>
      <p:nvGrpSpPr>
        <p:cNvPr id="530" name="Shape 530"/>
        <p:cNvGrpSpPr/>
        <p:nvPr/>
      </p:nvGrpSpPr>
      <p:grpSpPr>
        <a:xfrm>
          <a:off x="0" y="0"/>
          <a:ext cx="0" cy="0"/>
          <a:chOff x="0" y="0"/>
          <a:chExt cx="0" cy="0"/>
        </a:xfrm>
      </p:grpSpPr>
      <p:sp>
        <p:nvSpPr>
          <p:cNvPr id="531" name="Google Shape;531;p84"/>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32" name="Google Shape;532;p84"/>
          <p:cNvSpPr/>
          <p:nvPr>
            <p:ph idx="2" type="pic"/>
          </p:nvPr>
        </p:nvSpPr>
        <p:spPr>
          <a:xfrm>
            <a:off x="5440680" y="182880"/>
            <a:ext cx="3474600" cy="2331600"/>
          </a:xfrm>
          <a:prstGeom prst="rect">
            <a:avLst/>
          </a:prstGeom>
          <a:noFill/>
          <a:ln>
            <a:noFill/>
          </a:ln>
        </p:spPr>
      </p:sp>
      <p:sp>
        <p:nvSpPr>
          <p:cNvPr id="533" name="Google Shape;533;p84"/>
          <p:cNvSpPr/>
          <p:nvPr>
            <p:ph idx="3" type="pic"/>
          </p:nvPr>
        </p:nvSpPr>
        <p:spPr>
          <a:xfrm>
            <a:off x="5440680" y="2651760"/>
            <a:ext cx="3474600" cy="2331600"/>
          </a:xfrm>
          <a:prstGeom prst="rect">
            <a:avLst/>
          </a:prstGeom>
          <a:noFill/>
          <a:ln>
            <a:noFill/>
          </a:ln>
        </p:spPr>
      </p:sp>
      <p:sp>
        <p:nvSpPr>
          <p:cNvPr id="534" name="Google Shape;534;p84"/>
          <p:cNvSpPr/>
          <p:nvPr/>
        </p:nvSpPr>
        <p:spPr>
          <a:xfrm>
            <a:off x="274320" y="1341120"/>
            <a:ext cx="274200" cy="2286000"/>
          </a:xfrm>
          <a:prstGeom prst="rect">
            <a:avLst/>
          </a:prstGeom>
          <a:solidFill>
            <a:srgbClr val="7F2D4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Bay">
  <p:cSld name="MAIN_POINT_1_1_1_1">
    <p:spTree>
      <p:nvGrpSpPr>
        <p:cNvPr id="535" name="Shape 535"/>
        <p:cNvGrpSpPr/>
        <p:nvPr/>
      </p:nvGrpSpPr>
      <p:grpSpPr>
        <a:xfrm>
          <a:off x="0" y="0"/>
          <a:ext cx="0" cy="0"/>
          <a:chOff x="0" y="0"/>
          <a:chExt cx="0" cy="0"/>
        </a:xfrm>
      </p:grpSpPr>
      <p:sp>
        <p:nvSpPr>
          <p:cNvPr id="536" name="Google Shape;536;p85"/>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37" name="Google Shape;537;p85"/>
          <p:cNvSpPr/>
          <p:nvPr>
            <p:ph idx="2" type="pic"/>
          </p:nvPr>
        </p:nvSpPr>
        <p:spPr>
          <a:xfrm>
            <a:off x="5440680" y="182880"/>
            <a:ext cx="3474600" cy="2331600"/>
          </a:xfrm>
          <a:prstGeom prst="rect">
            <a:avLst/>
          </a:prstGeom>
          <a:noFill/>
          <a:ln>
            <a:noFill/>
          </a:ln>
        </p:spPr>
      </p:sp>
      <p:sp>
        <p:nvSpPr>
          <p:cNvPr id="538" name="Google Shape;538;p85"/>
          <p:cNvSpPr/>
          <p:nvPr>
            <p:ph idx="3" type="pic"/>
          </p:nvPr>
        </p:nvSpPr>
        <p:spPr>
          <a:xfrm>
            <a:off x="5440680" y="2651760"/>
            <a:ext cx="3474600" cy="2331600"/>
          </a:xfrm>
          <a:prstGeom prst="rect">
            <a:avLst/>
          </a:prstGeom>
          <a:noFill/>
          <a:ln>
            <a:noFill/>
          </a:ln>
        </p:spPr>
      </p:sp>
      <p:sp>
        <p:nvSpPr>
          <p:cNvPr id="539" name="Google Shape;539;p85"/>
          <p:cNvSpPr/>
          <p:nvPr/>
        </p:nvSpPr>
        <p:spPr>
          <a:xfrm>
            <a:off x="274320" y="1341120"/>
            <a:ext cx="274200" cy="2286000"/>
          </a:xfrm>
          <a:prstGeom prst="rect">
            <a:avLst/>
          </a:prstGeom>
          <a:solidFill>
            <a:srgbClr val="41786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Poppy">
  <p:cSld name="MAIN_POINT_1_1_1_1_1">
    <p:spTree>
      <p:nvGrpSpPr>
        <p:cNvPr id="540" name="Shape 540"/>
        <p:cNvGrpSpPr/>
        <p:nvPr/>
      </p:nvGrpSpPr>
      <p:grpSpPr>
        <a:xfrm>
          <a:off x="0" y="0"/>
          <a:ext cx="0" cy="0"/>
          <a:chOff x="0" y="0"/>
          <a:chExt cx="0" cy="0"/>
        </a:xfrm>
      </p:grpSpPr>
      <p:sp>
        <p:nvSpPr>
          <p:cNvPr id="541" name="Google Shape;541;p86"/>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42" name="Google Shape;542;p86"/>
          <p:cNvSpPr/>
          <p:nvPr>
            <p:ph idx="2" type="pic"/>
          </p:nvPr>
        </p:nvSpPr>
        <p:spPr>
          <a:xfrm>
            <a:off x="5440680" y="182880"/>
            <a:ext cx="3474600" cy="2331600"/>
          </a:xfrm>
          <a:prstGeom prst="rect">
            <a:avLst/>
          </a:prstGeom>
          <a:noFill/>
          <a:ln>
            <a:noFill/>
          </a:ln>
        </p:spPr>
      </p:sp>
      <p:sp>
        <p:nvSpPr>
          <p:cNvPr id="543" name="Google Shape;543;p86"/>
          <p:cNvSpPr/>
          <p:nvPr>
            <p:ph idx="3" type="pic"/>
          </p:nvPr>
        </p:nvSpPr>
        <p:spPr>
          <a:xfrm>
            <a:off x="5440680" y="2651760"/>
            <a:ext cx="3474600" cy="2331600"/>
          </a:xfrm>
          <a:prstGeom prst="rect">
            <a:avLst/>
          </a:prstGeom>
          <a:noFill/>
          <a:ln>
            <a:noFill/>
          </a:ln>
        </p:spPr>
      </p:sp>
      <p:sp>
        <p:nvSpPr>
          <p:cNvPr id="544" name="Google Shape;544;p86"/>
          <p:cNvSpPr/>
          <p:nvPr/>
        </p:nvSpPr>
        <p:spPr>
          <a:xfrm>
            <a:off x="274320" y="1341120"/>
            <a:ext cx="274200" cy="2286000"/>
          </a:xfrm>
          <a:prstGeom prst="rect">
            <a:avLst/>
          </a:prstGeom>
          <a:solidFill>
            <a:srgbClr val="D1660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Digital Blue">
  <p:cSld name="MAIN_POINT_1_1_1_1_1_1">
    <p:spTree>
      <p:nvGrpSpPr>
        <p:cNvPr id="545" name="Shape 545"/>
        <p:cNvGrpSpPr/>
        <p:nvPr/>
      </p:nvGrpSpPr>
      <p:grpSpPr>
        <a:xfrm>
          <a:off x="0" y="0"/>
          <a:ext cx="0" cy="0"/>
          <a:chOff x="0" y="0"/>
          <a:chExt cx="0" cy="0"/>
        </a:xfrm>
      </p:grpSpPr>
      <p:sp>
        <p:nvSpPr>
          <p:cNvPr id="546" name="Google Shape;546;p87"/>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47" name="Google Shape;547;p87"/>
          <p:cNvSpPr/>
          <p:nvPr>
            <p:ph idx="2" type="pic"/>
          </p:nvPr>
        </p:nvSpPr>
        <p:spPr>
          <a:xfrm>
            <a:off x="5440680" y="182880"/>
            <a:ext cx="3474600" cy="2331600"/>
          </a:xfrm>
          <a:prstGeom prst="rect">
            <a:avLst/>
          </a:prstGeom>
          <a:noFill/>
          <a:ln>
            <a:noFill/>
          </a:ln>
        </p:spPr>
      </p:sp>
      <p:sp>
        <p:nvSpPr>
          <p:cNvPr id="548" name="Google Shape;548;p87"/>
          <p:cNvSpPr/>
          <p:nvPr>
            <p:ph idx="3" type="pic"/>
          </p:nvPr>
        </p:nvSpPr>
        <p:spPr>
          <a:xfrm>
            <a:off x="5440680" y="2651760"/>
            <a:ext cx="3474600" cy="2331600"/>
          </a:xfrm>
          <a:prstGeom prst="rect">
            <a:avLst/>
          </a:prstGeom>
          <a:noFill/>
          <a:ln>
            <a:noFill/>
          </a:ln>
        </p:spPr>
      </p:sp>
      <p:sp>
        <p:nvSpPr>
          <p:cNvPr id="549" name="Google Shape;549;p87"/>
          <p:cNvSpPr/>
          <p:nvPr/>
        </p:nvSpPr>
        <p:spPr>
          <a:xfrm>
            <a:off x="274320" y="1341120"/>
            <a:ext cx="274200" cy="2286000"/>
          </a:xfrm>
          <a:prstGeom prst="rect">
            <a:avLst/>
          </a:prstGeom>
          <a:solidFill>
            <a:srgbClr val="0054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50" name="Shape 550"/>
        <p:cNvGrpSpPr/>
        <p:nvPr/>
      </p:nvGrpSpPr>
      <p:grpSpPr>
        <a:xfrm>
          <a:off x="0" y="0"/>
          <a:ext cx="0" cy="0"/>
          <a:chOff x="0" y="0"/>
          <a:chExt cx="0" cy="0"/>
        </a:xfrm>
      </p:grpSpPr>
      <p:sp>
        <p:nvSpPr>
          <p:cNvPr id="551" name="Google Shape;551;p8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88"/>
          <p:cNvSpPr txBox="1"/>
          <p:nvPr>
            <p:ph type="title"/>
          </p:nvPr>
        </p:nvSpPr>
        <p:spPr>
          <a:xfrm>
            <a:off x="314525" y="1233175"/>
            <a:ext cx="4045200" cy="1482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000"/>
              <a:buFont typeface="Arial"/>
              <a:buNone/>
              <a:defRPr sz="4000">
                <a:latin typeface="Arial"/>
                <a:ea typeface="Arial"/>
                <a:cs typeface="Arial"/>
                <a:sym typeface="Aria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53" name="Google Shape;553;p88"/>
          <p:cNvSpPr txBox="1"/>
          <p:nvPr>
            <p:ph idx="1" type="subTitle"/>
          </p:nvPr>
        </p:nvSpPr>
        <p:spPr>
          <a:xfrm>
            <a:off x="314525" y="2803075"/>
            <a:ext cx="4045200" cy="123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4" name="Google Shape;554;p8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555" name="Google Shape;555;p88"/>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556" name="Google Shape;556;p88"/>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caption">
  <p:cSld name="CAPTION_ONLY">
    <p:spTree>
      <p:nvGrpSpPr>
        <p:cNvPr id="557" name="Shape 557"/>
        <p:cNvGrpSpPr/>
        <p:nvPr/>
      </p:nvGrpSpPr>
      <p:grpSpPr>
        <a:xfrm>
          <a:off x="0" y="0"/>
          <a:ext cx="0" cy="0"/>
          <a:chOff x="0" y="0"/>
          <a:chExt cx="0" cy="0"/>
        </a:xfrm>
      </p:grpSpPr>
      <p:sp>
        <p:nvSpPr>
          <p:cNvPr id="558" name="Google Shape;558;p89"/>
          <p:cNvSpPr txBox="1"/>
          <p:nvPr>
            <p:ph idx="1" type="body"/>
          </p:nvPr>
        </p:nvSpPr>
        <p:spPr>
          <a:xfrm>
            <a:off x="311700" y="4230575"/>
            <a:ext cx="8709600" cy="3936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400"/>
              <a:buNone/>
              <a:defRPr/>
            </a:lvl1pPr>
          </a:lstStyle>
          <a:p/>
        </p:txBody>
      </p:sp>
      <p:sp>
        <p:nvSpPr>
          <p:cNvPr id="559" name="Google Shape;559;p89"/>
          <p:cNvSpPr/>
          <p:nvPr>
            <p:ph idx="2" type="pic"/>
          </p:nvPr>
        </p:nvSpPr>
        <p:spPr>
          <a:xfrm>
            <a:off x="-25" y="0"/>
            <a:ext cx="9144000" cy="4202700"/>
          </a:xfrm>
          <a:prstGeom prst="rect">
            <a:avLst/>
          </a:prstGeom>
          <a:noFill/>
          <a:ln>
            <a:noFill/>
          </a:ln>
        </p:spPr>
      </p:sp>
      <p:pic>
        <p:nvPicPr>
          <p:cNvPr id="560" name="Google Shape;560;p89"/>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561" name="Google Shape;561;p89"/>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2" name="Shape 562"/>
        <p:cNvGrpSpPr/>
        <p:nvPr/>
      </p:nvGrpSpPr>
      <p:grpSpPr>
        <a:xfrm>
          <a:off x="0" y="0"/>
          <a:ext cx="0" cy="0"/>
          <a:chOff x="0" y="0"/>
          <a:chExt cx="0" cy="0"/>
        </a:xfrm>
      </p:grpSpPr>
      <p:sp>
        <p:nvSpPr>
          <p:cNvPr id="563" name="Google Shape;563;p9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Font typeface="Arial"/>
              <a:buNone/>
              <a:defRPr sz="12000">
                <a:latin typeface="Arial"/>
                <a:ea typeface="Arial"/>
                <a:cs typeface="Arial"/>
                <a:sym typeface="Aria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64" name="Google Shape;564;p90"/>
          <p:cNvSpPr txBox="1"/>
          <p:nvPr>
            <p:ph idx="1" type="subTitle"/>
          </p:nvPr>
        </p:nvSpPr>
        <p:spPr>
          <a:xfrm>
            <a:off x="311750" y="3152225"/>
            <a:ext cx="8520600" cy="595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pic>
        <p:nvPicPr>
          <p:cNvPr id="565" name="Google Shape;565;p90"/>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566" name="Google Shape;566;p90"/>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RH footer" type="blank">
  <p:cSld name="BLANK">
    <p:spTree>
      <p:nvGrpSpPr>
        <p:cNvPr id="567" name="Shape 567"/>
        <p:cNvGrpSpPr/>
        <p:nvPr/>
      </p:nvGrpSpPr>
      <p:grpSpPr>
        <a:xfrm>
          <a:off x="0" y="0"/>
          <a:ext cx="0" cy="0"/>
          <a:chOff x="0" y="0"/>
          <a:chExt cx="0" cy="0"/>
        </a:xfrm>
      </p:grpSpPr>
      <p:pic>
        <p:nvPicPr>
          <p:cNvPr id="568" name="Google Shape;568;p91"/>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569" name="Google Shape;569;p91"/>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oints or presenters">
  <p:cSld name="BLANK_2">
    <p:spTree>
      <p:nvGrpSpPr>
        <p:cNvPr id="570" name="Shape 570"/>
        <p:cNvGrpSpPr/>
        <p:nvPr/>
      </p:nvGrpSpPr>
      <p:grpSpPr>
        <a:xfrm>
          <a:off x="0" y="0"/>
          <a:ext cx="0" cy="0"/>
          <a:chOff x="0" y="0"/>
          <a:chExt cx="0" cy="0"/>
        </a:xfrm>
      </p:grpSpPr>
      <p:sp>
        <p:nvSpPr>
          <p:cNvPr id="571" name="Google Shape;571;p92"/>
          <p:cNvSpPr txBox="1"/>
          <p:nvPr>
            <p:ph idx="1" type="subTitle"/>
          </p:nvPr>
        </p:nvSpPr>
        <p:spPr>
          <a:xfrm>
            <a:off x="455108" y="3436116"/>
            <a:ext cx="37038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8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72" name="Google Shape;572;p92"/>
          <p:cNvSpPr/>
          <p:nvPr>
            <p:ph idx="2" type="pic"/>
          </p:nvPr>
        </p:nvSpPr>
        <p:spPr>
          <a:xfrm>
            <a:off x="1466108" y="1545675"/>
            <a:ext cx="1681800" cy="1681800"/>
          </a:xfrm>
          <a:prstGeom prst="ellipse">
            <a:avLst/>
          </a:prstGeom>
          <a:noFill/>
          <a:ln cap="flat" cmpd="sng" w="9525">
            <a:solidFill>
              <a:srgbClr val="D9D9D9"/>
            </a:solidFill>
            <a:prstDash val="solid"/>
            <a:round/>
            <a:headEnd len="sm" w="sm" type="none"/>
            <a:tailEnd len="sm" w="sm" type="none"/>
          </a:ln>
        </p:spPr>
      </p:sp>
      <p:sp>
        <p:nvSpPr>
          <p:cNvPr id="573" name="Google Shape;573;p92"/>
          <p:cNvSpPr txBox="1"/>
          <p:nvPr>
            <p:ph idx="3" type="subTitle"/>
          </p:nvPr>
        </p:nvSpPr>
        <p:spPr>
          <a:xfrm>
            <a:off x="4985108" y="3436116"/>
            <a:ext cx="37038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8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74" name="Google Shape;574;p92"/>
          <p:cNvSpPr/>
          <p:nvPr>
            <p:ph idx="4" type="pic"/>
          </p:nvPr>
        </p:nvSpPr>
        <p:spPr>
          <a:xfrm>
            <a:off x="5996108" y="1545675"/>
            <a:ext cx="1681800" cy="1681800"/>
          </a:xfrm>
          <a:prstGeom prst="ellipse">
            <a:avLst/>
          </a:prstGeom>
          <a:noFill/>
          <a:ln cap="flat" cmpd="sng" w="9525">
            <a:solidFill>
              <a:srgbClr val="D9D9D9"/>
            </a:solidFill>
            <a:prstDash val="solid"/>
            <a:round/>
            <a:headEnd len="sm" w="sm" type="none"/>
            <a:tailEnd len="sm" w="sm" type="none"/>
          </a:ln>
        </p:spPr>
      </p:sp>
      <p:sp>
        <p:nvSpPr>
          <p:cNvPr id="575" name="Google Shape;575;p92"/>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576" name="Google Shape;576;p92"/>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577" name="Google Shape;577;p92"/>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578" name="Google Shape;578;p92"/>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extLst>
    <p:ext uri="{DCECCB84-F9BA-43D5-87BE-67443E8EF086}">
      <p15:sldGuideLst>
        <p15:guide id="1" pos="2880">
          <p15:clr>
            <a:srgbClr val="E46962"/>
          </p15:clr>
        </p15:guide>
      </p15:sldGuideLst>
    </p:ext>
  </p:extLst>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oints or presenters">
  <p:cSld name="BLANK_2_1">
    <p:spTree>
      <p:nvGrpSpPr>
        <p:cNvPr id="579" name="Shape 579"/>
        <p:cNvGrpSpPr/>
        <p:nvPr/>
      </p:nvGrpSpPr>
      <p:grpSpPr>
        <a:xfrm>
          <a:off x="0" y="0"/>
          <a:ext cx="0" cy="0"/>
          <a:chOff x="0" y="0"/>
          <a:chExt cx="0" cy="0"/>
        </a:xfrm>
      </p:grpSpPr>
      <p:sp>
        <p:nvSpPr>
          <p:cNvPr id="580" name="Google Shape;580;p93"/>
          <p:cNvSpPr txBox="1"/>
          <p:nvPr>
            <p:ph idx="1" type="subTitle"/>
          </p:nvPr>
        </p:nvSpPr>
        <p:spPr>
          <a:xfrm>
            <a:off x="407850" y="3261092"/>
            <a:ext cx="23997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8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81" name="Google Shape;581;p93"/>
          <p:cNvSpPr/>
          <p:nvPr>
            <p:ph idx="2" type="pic"/>
          </p:nvPr>
        </p:nvSpPr>
        <p:spPr>
          <a:xfrm>
            <a:off x="844650" y="1545675"/>
            <a:ext cx="1526100" cy="1526100"/>
          </a:xfrm>
          <a:prstGeom prst="ellipse">
            <a:avLst/>
          </a:prstGeom>
          <a:noFill/>
          <a:ln cap="flat" cmpd="sng" w="9525">
            <a:solidFill>
              <a:srgbClr val="D9D9D9"/>
            </a:solidFill>
            <a:prstDash val="solid"/>
            <a:round/>
            <a:headEnd len="sm" w="sm" type="none"/>
            <a:tailEnd len="sm" w="sm" type="none"/>
          </a:ln>
        </p:spPr>
      </p:sp>
      <p:sp>
        <p:nvSpPr>
          <p:cNvPr id="582" name="Google Shape;582;p93"/>
          <p:cNvSpPr txBox="1"/>
          <p:nvPr>
            <p:ph idx="3" type="subTitle"/>
          </p:nvPr>
        </p:nvSpPr>
        <p:spPr>
          <a:xfrm>
            <a:off x="6368400" y="3261092"/>
            <a:ext cx="23997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8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83" name="Google Shape;583;p93"/>
          <p:cNvSpPr/>
          <p:nvPr>
            <p:ph idx="4" type="pic"/>
          </p:nvPr>
        </p:nvSpPr>
        <p:spPr>
          <a:xfrm>
            <a:off x="6805200" y="1545675"/>
            <a:ext cx="1526100" cy="1526100"/>
          </a:xfrm>
          <a:prstGeom prst="ellipse">
            <a:avLst/>
          </a:prstGeom>
          <a:noFill/>
          <a:ln cap="flat" cmpd="sng" w="9525">
            <a:solidFill>
              <a:srgbClr val="D9D9D9"/>
            </a:solidFill>
            <a:prstDash val="solid"/>
            <a:round/>
            <a:headEnd len="sm" w="sm" type="none"/>
            <a:tailEnd len="sm" w="sm" type="none"/>
          </a:ln>
        </p:spPr>
      </p:sp>
      <p:sp>
        <p:nvSpPr>
          <p:cNvPr id="584" name="Google Shape;584;p93"/>
          <p:cNvSpPr txBox="1"/>
          <p:nvPr>
            <p:ph idx="5" type="subTitle"/>
          </p:nvPr>
        </p:nvSpPr>
        <p:spPr>
          <a:xfrm>
            <a:off x="3372150" y="3261092"/>
            <a:ext cx="23997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8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85" name="Google Shape;585;p93"/>
          <p:cNvSpPr/>
          <p:nvPr>
            <p:ph idx="6" type="pic"/>
          </p:nvPr>
        </p:nvSpPr>
        <p:spPr>
          <a:xfrm>
            <a:off x="3808950" y="1545675"/>
            <a:ext cx="1526100" cy="1526100"/>
          </a:xfrm>
          <a:prstGeom prst="ellipse">
            <a:avLst/>
          </a:prstGeom>
          <a:noFill/>
          <a:ln cap="flat" cmpd="sng" w="9525">
            <a:solidFill>
              <a:srgbClr val="D9D9D9"/>
            </a:solidFill>
            <a:prstDash val="solid"/>
            <a:round/>
            <a:headEnd len="sm" w="sm" type="none"/>
            <a:tailEnd len="sm" w="sm" type="none"/>
          </a:ln>
        </p:spPr>
      </p:sp>
      <p:sp>
        <p:nvSpPr>
          <p:cNvPr id="586" name="Google Shape;586;p93"/>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587" name="Google Shape;587;p93"/>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588" name="Google Shape;588;p93"/>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589" name="Google Shape;589;p93"/>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extLst>
    <p:ext uri="{DCECCB84-F9BA-43D5-87BE-67443E8EF086}">
      <p15:sldGuideLst>
        <p15:guide id="1" pos="2880">
          <p15:clr>
            <a:srgbClr val="E46962"/>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points or presenters">
  <p:cSld name="BLANK_2_1_1">
    <p:spTree>
      <p:nvGrpSpPr>
        <p:cNvPr id="590" name="Shape 590"/>
        <p:cNvGrpSpPr/>
        <p:nvPr/>
      </p:nvGrpSpPr>
      <p:grpSpPr>
        <a:xfrm>
          <a:off x="0" y="0"/>
          <a:ext cx="0" cy="0"/>
          <a:chOff x="0" y="0"/>
          <a:chExt cx="0" cy="0"/>
        </a:xfrm>
      </p:grpSpPr>
      <p:sp>
        <p:nvSpPr>
          <p:cNvPr id="591" name="Google Shape;591;p94"/>
          <p:cNvSpPr txBox="1"/>
          <p:nvPr>
            <p:ph idx="1" type="subTitle"/>
          </p:nvPr>
        </p:nvSpPr>
        <p:spPr>
          <a:xfrm>
            <a:off x="407850" y="3108700"/>
            <a:ext cx="19935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92" name="Google Shape;592;p94"/>
          <p:cNvSpPr/>
          <p:nvPr>
            <p:ph idx="2" type="pic"/>
          </p:nvPr>
        </p:nvSpPr>
        <p:spPr>
          <a:xfrm>
            <a:off x="798150" y="1706475"/>
            <a:ext cx="1212900" cy="1212900"/>
          </a:xfrm>
          <a:prstGeom prst="ellipse">
            <a:avLst/>
          </a:prstGeom>
          <a:noFill/>
          <a:ln cap="flat" cmpd="sng" w="9525">
            <a:solidFill>
              <a:srgbClr val="D9D9D9"/>
            </a:solidFill>
            <a:prstDash val="solid"/>
            <a:round/>
            <a:headEnd len="sm" w="sm" type="none"/>
            <a:tailEnd len="sm" w="sm" type="none"/>
          </a:ln>
        </p:spPr>
      </p:sp>
      <p:sp>
        <p:nvSpPr>
          <p:cNvPr id="593" name="Google Shape;593;p94"/>
          <p:cNvSpPr txBox="1"/>
          <p:nvPr>
            <p:ph idx="3" type="subTitle"/>
          </p:nvPr>
        </p:nvSpPr>
        <p:spPr>
          <a:xfrm>
            <a:off x="6774600" y="3108700"/>
            <a:ext cx="19935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94" name="Google Shape;594;p94"/>
          <p:cNvSpPr/>
          <p:nvPr>
            <p:ph idx="4" type="pic"/>
          </p:nvPr>
        </p:nvSpPr>
        <p:spPr>
          <a:xfrm>
            <a:off x="7164900" y="1706475"/>
            <a:ext cx="1212900" cy="1212900"/>
          </a:xfrm>
          <a:prstGeom prst="ellipse">
            <a:avLst/>
          </a:prstGeom>
          <a:noFill/>
          <a:ln cap="flat" cmpd="sng" w="9525">
            <a:solidFill>
              <a:srgbClr val="D9D9D9"/>
            </a:solidFill>
            <a:prstDash val="solid"/>
            <a:round/>
            <a:headEnd len="sm" w="sm" type="none"/>
            <a:tailEnd len="sm" w="sm" type="none"/>
          </a:ln>
        </p:spPr>
      </p:sp>
      <p:sp>
        <p:nvSpPr>
          <p:cNvPr id="595" name="Google Shape;595;p94"/>
          <p:cNvSpPr txBox="1"/>
          <p:nvPr>
            <p:ph idx="5" type="subTitle"/>
          </p:nvPr>
        </p:nvSpPr>
        <p:spPr>
          <a:xfrm>
            <a:off x="2524121" y="3108700"/>
            <a:ext cx="19935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96" name="Google Shape;596;p94"/>
          <p:cNvSpPr/>
          <p:nvPr>
            <p:ph idx="6" type="pic"/>
          </p:nvPr>
        </p:nvSpPr>
        <p:spPr>
          <a:xfrm>
            <a:off x="2914421" y="1706475"/>
            <a:ext cx="1212900" cy="1212900"/>
          </a:xfrm>
          <a:prstGeom prst="ellipse">
            <a:avLst/>
          </a:prstGeom>
          <a:noFill/>
          <a:ln cap="flat" cmpd="sng" w="9525">
            <a:solidFill>
              <a:srgbClr val="D9D9D9"/>
            </a:solidFill>
            <a:prstDash val="solid"/>
            <a:round/>
            <a:headEnd len="sm" w="sm" type="none"/>
            <a:tailEnd len="sm" w="sm" type="none"/>
          </a:ln>
        </p:spPr>
      </p:sp>
      <p:sp>
        <p:nvSpPr>
          <p:cNvPr id="597" name="Google Shape;597;p94"/>
          <p:cNvSpPr txBox="1"/>
          <p:nvPr>
            <p:ph idx="7" type="subTitle"/>
          </p:nvPr>
        </p:nvSpPr>
        <p:spPr>
          <a:xfrm>
            <a:off x="4642354" y="3108700"/>
            <a:ext cx="1993500" cy="9312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98" name="Google Shape;598;p94"/>
          <p:cNvSpPr/>
          <p:nvPr>
            <p:ph idx="8" type="pic"/>
          </p:nvPr>
        </p:nvSpPr>
        <p:spPr>
          <a:xfrm>
            <a:off x="5032654" y="1706475"/>
            <a:ext cx="1212900" cy="1212900"/>
          </a:xfrm>
          <a:prstGeom prst="ellipse">
            <a:avLst/>
          </a:prstGeom>
          <a:noFill/>
          <a:ln cap="flat" cmpd="sng" w="9525">
            <a:solidFill>
              <a:srgbClr val="D9D9D9"/>
            </a:solidFill>
            <a:prstDash val="solid"/>
            <a:round/>
            <a:headEnd len="sm" w="sm" type="none"/>
            <a:tailEnd len="sm" w="sm" type="none"/>
          </a:ln>
        </p:spPr>
      </p:sp>
      <p:sp>
        <p:nvSpPr>
          <p:cNvPr id="599" name="Google Shape;599;p94"/>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600" name="Google Shape;600;p94"/>
          <p:cNvCxnSpPr/>
          <p:nvPr/>
        </p:nvCxnSpPr>
        <p:spPr>
          <a:xfrm>
            <a:off x="401902" y="902563"/>
            <a:ext cx="2025600" cy="0"/>
          </a:xfrm>
          <a:prstGeom prst="straightConnector1">
            <a:avLst/>
          </a:prstGeom>
          <a:noFill/>
          <a:ln cap="flat" cmpd="sng" w="88900">
            <a:solidFill>
              <a:srgbClr val="A4001D"/>
            </a:solidFill>
            <a:prstDash val="solid"/>
            <a:miter lim="80"/>
            <a:headEnd len="sm" w="sm" type="none"/>
            <a:tailEnd len="sm" w="sm" type="none"/>
          </a:ln>
        </p:spPr>
      </p:cxnSp>
      <p:pic>
        <p:nvPicPr>
          <p:cNvPr id="601" name="Google Shape;601;p94"/>
          <p:cNvPicPr preferRelativeResize="0"/>
          <p:nvPr/>
        </p:nvPicPr>
        <p:blipFill rotWithShape="1">
          <a:blip r:embed="rId2">
            <a:alphaModFix/>
          </a:blip>
          <a:srcRect b="0" l="0" r="0" t="0"/>
          <a:stretch/>
        </p:blipFill>
        <p:spPr>
          <a:xfrm>
            <a:off x="7231025" y="4663224"/>
            <a:ext cx="1681751" cy="289875"/>
          </a:xfrm>
          <a:prstGeom prst="rect">
            <a:avLst/>
          </a:prstGeom>
          <a:noFill/>
          <a:ln>
            <a:noFill/>
          </a:ln>
        </p:spPr>
      </p:pic>
      <p:cxnSp>
        <p:nvCxnSpPr>
          <p:cNvPr id="602" name="Google Shape;602;p94"/>
          <p:cNvCxnSpPr/>
          <p:nvPr/>
        </p:nvCxnSpPr>
        <p:spPr>
          <a:xfrm>
            <a:off x="275550" y="4810236"/>
            <a:ext cx="67716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603" name="Shape 603"/>
        <p:cNvGrpSpPr/>
        <p:nvPr/>
      </p:nvGrpSpPr>
      <p:grpSpPr>
        <a:xfrm>
          <a:off x="0" y="0"/>
          <a:ext cx="0" cy="0"/>
          <a:chOff x="0" y="0"/>
          <a:chExt cx="0" cy="0"/>
        </a:xfrm>
      </p:grpSpPr>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Two images - Cardinal Red">
  <p:cSld name="TITLE_AND_BODY_3">
    <p:spTree>
      <p:nvGrpSpPr>
        <p:cNvPr id="604" name="Shape 604"/>
        <p:cNvGrpSpPr/>
        <p:nvPr/>
      </p:nvGrpSpPr>
      <p:grpSpPr>
        <a:xfrm>
          <a:off x="0" y="0"/>
          <a:ext cx="0" cy="0"/>
          <a:chOff x="0" y="0"/>
          <a:chExt cx="0" cy="0"/>
        </a:xfrm>
      </p:grpSpPr>
      <p:sp>
        <p:nvSpPr>
          <p:cNvPr id="605" name="Google Shape;605;p96"/>
          <p:cNvSpPr txBox="1"/>
          <p:nvPr>
            <p:ph type="title"/>
          </p:nvPr>
        </p:nvSpPr>
        <p:spPr>
          <a:xfrm>
            <a:off x="685800" y="457200"/>
            <a:ext cx="4343400" cy="411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atin typeface="Arial"/>
                <a:ea typeface="Arial"/>
                <a:cs typeface="Arial"/>
                <a:sym typeface="Aria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06" name="Google Shape;606;p96"/>
          <p:cNvSpPr/>
          <p:nvPr/>
        </p:nvSpPr>
        <p:spPr>
          <a:xfrm>
            <a:off x="274320" y="1341120"/>
            <a:ext cx="274200" cy="2286000"/>
          </a:xfrm>
          <a:prstGeom prst="rect">
            <a:avLst/>
          </a:prstGeom>
          <a:solidFill>
            <a:srgbClr val="8C15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96"/>
          <p:cNvSpPr/>
          <p:nvPr>
            <p:ph idx="2" type="pic"/>
          </p:nvPr>
        </p:nvSpPr>
        <p:spPr>
          <a:xfrm>
            <a:off x="5440680" y="182880"/>
            <a:ext cx="3474600" cy="2331600"/>
          </a:xfrm>
          <a:prstGeom prst="rect">
            <a:avLst/>
          </a:prstGeom>
          <a:noFill/>
          <a:ln>
            <a:noFill/>
          </a:ln>
        </p:spPr>
      </p:sp>
      <p:sp>
        <p:nvSpPr>
          <p:cNvPr id="608" name="Google Shape;608;p96"/>
          <p:cNvSpPr/>
          <p:nvPr>
            <p:ph idx="3" type="pic"/>
          </p:nvPr>
        </p:nvSpPr>
        <p:spPr>
          <a:xfrm>
            <a:off x="5440680" y="2651760"/>
            <a:ext cx="3474600" cy="2331600"/>
          </a:xfrm>
          <a:prstGeom prst="rect">
            <a:avLst/>
          </a:prstGeom>
          <a:noFill/>
          <a:ln>
            <a:noFill/>
          </a:ln>
        </p:spPr>
      </p:sp>
    </p:spTree>
  </p:cSld>
  <p:clrMapOvr>
    <a:masterClrMapping/>
  </p:clrMapOvr>
  <p:extLst>
    <p:ext uri="{DCECCB84-F9BA-43D5-87BE-67443E8EF086}">
      <p15:sldGuideLst>
        <p15:guide id="1" pos="5544">
          <p15:clr>
            <a:srgbClr val="FA7B17"/>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Relationship Id="rId14" Type="http://schemas.openxmlformats.org/officeDocument/2006/relationships/slideLayout" Target="../slideLayouts/slideLayout61.xml"/><Relationship Id="rId15" Type="http://schemas.openxmlformats.org/officeDocument/2006/relationships/slideLayout" Target="../slideLayouts/slideLayout62.xml"/><Relationship Id="rId16" Type="http://schemas.openxmlformats.org/officeDocument/2006/relationships/slideLayout" Target="../slideLayouts/slideLayout63.xml"/><Relationship Id="rId17" Type="http://schemas.openxmlformats.org/officeDocument/2006/relationships/slideLayout" Target="../slideLayouts/slideLayout64.xml"/><Relationship Id="rId18" Type="http://schemas.openxmlformats.org/officeDocument/2006/relationships/slideLayout" Target="../slideLayouts/slideLayout65.xml"/><Relationship Id="rId19" Type="http://schemas.openxmlformats.org/officeDocument/2006/relationships/slideLayout" Target="../slideLayouts/slideLayout66.xml"/><Relationship Id="rId20" Type="http://schemas.openxmlformats.org/officeDocument/2006/relationships/slideLayout" Target="../slideLayouts/slideLayout67.xml"/><Relationship Id="rId21" Type="http://schemas.openxmlformats.org/officeDocument/2006/relationships/slideLayout" Target="../slideLayouts/slideLayout68.xml"/><Relationship Id="rId22" Type="http://schemas.openxmlformats.org/officeDocument/2006/relationships/slideLayout" Target="../slideLayouts/slideLayout69.xml"/><Relationship Id="rId23" Type="http://schemas.openxmlformats.org/officeDocument/2006/relationships/slideLayout" Target="../slideLayouts/slideLayout70.xml"/><Relationship Id="rId24" Type="http://schemas.openxmlformats.org/officeDocument/2006/relationships/slideLayout" Target="../slideLayouts/slideLayout71.xml"/><Relationship Id="rId25" Type="http://schemas.openxmlformats.org/officeDocument/2006/relationships/slideLayout" Target="../slideLayouts/slideLayout72.xml"/><Relationship Id="rId26" Type="http://schemas.openxmlformats.org/officeDocument/2006/relationships/slideLayout" Target="../slideLayouts/slideLayout73.xml"/><Relationship Id="rId27" Type="http://schemas.openxmlformats.org/officeDocument/2006/relationships/slideLayout" Target="../slideLayouts/slideLayout74.xml"/><Relationship Id="rId28" Type="http://schemas.openxmlformats.org/officeDocument/2006/relationships/slideLayout" Target="../slideLayouts/slideLayout75.xml"/><Relationship Id="rId29" Type="http://schemas.openxmlformats.org/officeDocument/2006/relationships/slideLayout" Target="../slideLayouts/slideLayout76.xml"/><Relationship Id="rId30" Type="http://schemas.openxmlformats.org/officeDocument/2006/relationships/slideLayout" Target="../slideLayouts/slideLayout77.xml"/><Relationship Id="rId31" Type="http://schemas.openxmlformats.org/officeDocument/2006/relationships/slideLayout" Target="../slideLayouts/slideLayout78.xml"/><Relationship Id="rId32" Type="http://schemas.openxmlformats.org/officeDocument/2006/relationships/slideLayout" Target="../slideLayouts/slideLayout79.xml"/><Relationship Id="rId33" Type="http://schemas.openxmlformats.org/officeDocument/2006/relationships/slideLayout" Target="../slideLayouts/slideLayout80.xml"/><Relationship Id="rId34" Type="http://schemas.openxmlformats.org/officeDocument/2006/relationships/slideLayout" Target="../slideLayouts/slideLayout81.xml"/><Relationship Id="rId35" Type="http://schemas.openxmlformats.org/officeDocument/2006/relationships/slideLayout" Target="../slideLayouts/slideLayout82.xml"/><Relationship Id="rId36" Type="http://schemas.openxmlformats.org/officeDocument/2006/relationships/slideLayout" Target="../slideLayouts/slideLayout83.xml"/><Relationship Id="rId37" Type="http://schemas.openxmlformats.org/officeDocument/2006/relationships/slideLayout" Target="../slideLayouts/slideLayout84.xml"/><Relationship Id="rId38" Type="http://schemas.openxmlformats.org/officeDocument/2006/relationships/slideLayout" Target="../slideLayouts/slideLayout85.xml"/><Relationship Id="rId39" Type="http://schemas.openxmlformats.org/officeDocument/2006/relationships/slideLayout" Target="../slideLayouts/slideLayout86.xml"/><Relationship Id="rId40" Type="http://schemas.openxmlformats.org/officeDocument/2006/relationships/slideLayout" Target="../slideLayouts/slideLayout87.xml"/><Relationship Id="rId41" Type="http://schemas.openxmlformats.org/officeDocument/2006/relationships/slideLayout" Target="../slideLayouts/slideLayout88.xml"/><Relationship Id="rId42" Type="http://schemas.openxmlformats.org/officeDocument/2006/relationships/slideLayout" Target="../slideLayouts/slideLayout89.xml"/><Relationship Id="rId43" Type="http://schemas.openxmlformats.org/officeDocument/2006/relationships/slideLayout" Target="../slideLayouts/slideLayout90.xml"/><Relationship Id="rId44" Type="http://schemas.openxmlformats.org/officeDocument/2006/relationships/slideLayout" Target="../slideLayouts/slideLayout91.xml"/><Relationship Id="rId45" Type="http://schemas.openxmlformats.org/officeDocument/2006/relationships/slideLayout" Target="../slideLayouts/slideLayout92.xml"/><Relationship Id="rId46" Type="http://schemas.openxmlformats.org/officeDocument/2006/relationships/slideLayout" Target="../slideLayouts/slideLayout93.xml"/><Relationship Id="rId47" Type="http://schemas.openxmlformats.org/officeDocument/2006/relationships/slideLayout" Target="../slideLayouts/slideLayout94.xml"/><Relationship Id="rId48"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Source Sans 3"/>
              <a:buNone/>
              <a:defRPr b="1" i="0" sz="2800" u="none" cap="none" strike="noStrike">
                <a:solidFill>
                  <a:schemeClr val="dk1"/>
                </a:solidFill>
                <a:latin typeface="Source Sans 3"/>
                <a:ea typeface="Source Sans 3"/>
                <a:cs typeface="Source Sans 3"/>
                <a:sym typeface="Source Sans 3"/>
              </a:defRPr>
            </a:lvl1pPr>
            <a:lvl2pPr lvl="1" marR="0" rtl="0" algn="l">
              <a:lnSpc>
                <a:spcPct val="100000"/>
              </a:lnSpc>
              <a:spcBef>
                <a:spcPts val="0"/>
              </a:spcBef>
              <a:spcAft>
                <a:spcPts val="0"/>
              </a:spcAft>
              <a:buClr>
                <a:schemeClr val="dk1"/>
              </a:buClr>
              <a:buSzPts val="2800"/>
              <a:buFont typeface="Source Sans 3"/>
              <a:buNone/>
              <a:defRPr b="0" i="0" sz="2800" u="none" cap="none" strike="noStrike">
                <a:solidFill>
                  <a:schemeClr val="dk1"/>
                </a:solidFill>
                <a:latin typeface="Source Sans 3"/>
                <a:ea typeface="Source Sans 3"/>
                <a:cs typeface="Source Sans 3"/>
                <a:sym typeface="Source Sans 3"/>
              </a:defRPr>
            </a:lvl2pPr>
            <a:lvl3pPr lvl="2" marR="0" rtl="0" algn="l">
              <a:lnSpc>
                <a:spcPct val="100000"/>
              </a:lnSpc>
              <a:spcBef>
                <a:spcPts val="0"/>
              </a:spcBef>
              <a:spcAft>
                <a:spcPts val="0"/>
              </a:spcAft>
              <a:buClr>
                <a:schemeClr val="dk1"/>
              </a:buClr>
              <a:buSzPts val="2800"/>
              <a:buFont typeface="Source Sans 3"/>
              <a:buNone/>
              <a:defRPr b="0" i="0" sz="2800" u="none" cap="none" strike="noStrike">
                <a:solidFill>
                  <a:schemeClr val="dk1"/>
                </a:solidFill>
                <a:latin typeface="Source Sans 3"/>
                <a:ea typeface="Source Sans 3"/>
                <a:cs typeface="Source Sans 3"/>
                <a:sym typeface="Source Sans 3"/>
              </a:defRPr>
            </a:lvl3pPr>
            <a:lvl4pPr lvl="3" marR="0" rtl="0" algn="l">
              <a:lnSpc>
                <a:spcPct val="100000"/>
              </a:lnSpc>
              <a:spcBef>
                <a:spcPts val="0"/>
              </a:spcBef>
              <a:spcAft>
                <a:spcPts val="0"/>
              </a:spcAft>
              <a:buClr>
                <a:schemeClr val="dk1"/>
              </a:buClr>
              <a:buSzPts val="2800"/>
              <a:buFont typeface="Source Sans 3"/>
              <a:buNone/>
              <a:defRPr b="0" i="0" sz="2800" u="none" cap="none" strike="noStrike">
                <a:solidFill>
                  <a:schemeClr val="dk1"/>
                </a:solidFill>
                <a:latin typeface="Source Sans 3"/>
                <a:ea typeface="Source Sans 3"/>
                <a:cs typeface="Source Sans 3"/>
                <a:sym typeface="Source Sans 3"/>
              </a:defRPr>
            </a:lvl4pPr>
            <a:lvl5pPr lvl="4" marR="0" rtl="0" algn="l">
              <a:lnSpc>
                <a:spcPct val="100000"/>
              </a:lnSpc>
              <a:spcBef>
                <a:spcPts val="0"/>
              </a:spcBef>
              <a:spcAft>
                <a:spcPts val="0"/>
              </a:spcAft>
              <a:buClr>
                <a:schemeClr val="dk1"/>
              </a:buClr>
              <a:buSzPts val="2800"/>
              <a:buFont typeface="Source Sans 3"/>
              <a:buNone/>
              <a:defRPr b="0" i="0" sz="2800" u="none" cap="none" strike="noStrike">
                <a:solidFill>
                  <a:schemeClr val="dk1"/>
                </a:solidFill>
                <a:latin typeface="Source Sans 3"/>
                <a:ea typeface="Source Sans 3"/>
                <a:cs typeface="Source Sans 3"/>
                <a:sym typeface="Source Sans 3"/>
              </a:defRPr>
            </a:lvl5pPr>
            <a:lvl6pPr lvl="5" marR="0" rtl="0" algn="l">
              <a:lnSpc>
                <a:spcPct val="100000"/>
              </a:lnSpc>
              <a:spcBef>
                <a:spcPts val="0"/>
              </a:spcBef>
              <a:spcAft>
                <a:spcPts val="0"/>
              </a:spcAft>
              <a:buClr>
                <a:schemeClr val="dk1"/>
              </a:buClr>
              <a:buSzPts val="2800"/>
              <a:buFont typeface="Source Sans 3"/>
              <a:buNone/>
              <a:defRPr b="0" i="0" sz="2800" u="none" cap="none" strike="noStrike">
                <a:solidFill>
                  <a:schemeClr val="dk1"/>
                </a:solidFill>
                <a:latin typeface="Source Sans 3"/>
                <a:ea typeface="Source Sans 3"/>
                <a:cs typeface="Source Sans 3"/>
                <a:sym typeface="Source Sans 3"/>
              </a:defRPr>
            </a:lvl6pPr>
            <a:lvl7pPr lvl="6" marR="0" rtl="0" algn="l">
              <a:lnSpc>
                <a:spcPct val="100000"/>
              </a:lnSpc>
              <a:spcBef>
                <a:spcPts val="0"/>
              </a:spcBef>
              <a:spcAft>
                <a:spcPts val="0"/>
              </a:spcAft>
              <a:buClr>
                <a:schemeClr val="dk1"/>
              </a:buClr>
              <a:buSzPts val="2800"/>
              <a:buFont typeface="Source Sans 3"/>
              <a:buNone/>
              <a:defRPr b="0" i="0" sz="2800" u="none" cap="none" strike="noStrike">
                <a:solidFill>
                  <a:schemeClr val="dk1"/>
                </a:solidFill>
                <a:latin typeface="Source Sans 3"/>
                <a:ea typeface="Source Sans 3"/>
                <a:cs typeface="Source Sans 3"/>
                <a:sym typeface="Source Sans 3"/>
              </a:defRPr>
            </a:lvl7pPr>
            <a:lvl8pPr lvl="7" marR="0" rtl="0" algn="l">
              <a:lnSpc>
                <a:spcPct val="100000"/>
              </a:lnSpc>
              <a:spcBef>
                <a:spcPts val="0"/>
              </a:spcBef>
              <a:spcAft>
                <a:spcPts val="0"/>
              </a:spcAft>
              <a:buClr>
                <a:schemeClr val="dk1"/>
              </a:buClr>
              <a:buSzPts val="2800"/>
              <a:buFont typeface="Source Sans 3"/>
              <a:buNone/>
              <a:defRPr b="0" i="0" sz="2800" u="none" cap="none" strike="noStrike">
                <a:solidFill>
                  <a:schemeClr val="dk1"/>
                </a:solidFill>
                <a:latin typeface="Source Sans 3"/>
                <a:ea typeface="Source Sans 3"/>
                <a:cs typeface="Source Sans 3"/>
                <a:sym typeface="Source Sans 3"/>
              </a:defRPr>
            </a:lvl8pPr>
            <a:lvl9pPr lvl="8" marR="0" rtl="0" algn="l">
              <a:lnSpc>
                <a:spcPct val="100000"/>
              </a:lnSpc>
              <a:spcBef>
                <a:spcPts val="0"/>
              </a:spcBef>
              <a:spcAft>
                <a:spcPts val="0"/>
              </a:spcAft>
              <a:buClr>
                <a:schemeClr val="dk1"/>
              </a:buClr>
              <a:buSzPts val="2800"/>
              <a:buFont typeface="Source Sans 3"/>
              <a:buNone/>
              <a:defRPr b="0" i="0" sz="2800" u="none" cap="none" strike="noStrike">
                <a:solidFill>
                  <a:schemeClr val="dk1"/>
                </a:solidFill>
                <a:latin typeface="Source Sans 3"/>
                <a:ea typeface="Source Sans 3"/>
                <a:cs typeface="Source Sans 3"/>
                <a:sym typeface="Source Sans 3"/>
              </a:defRPr>
            </a:lvl9pPr>
          </a:lstStyle>
          <a:p/>
        </p:txBody>
      </p:sp>
      <p:sp>
        <p:nvSpPr>
          <p:cNvPr id="7" name="Google Shape;7;p1"/>
          <p:cNvSpPr txBox="1"/>
          <p:nvPr>
            <p:ph idx="1" type="body"/>
          </p:nvPr>
        </p:nvSpPr>
        <p:spPr>
          <a:xfrm>
            <a:off x="311700" y="1051560"/>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2"/>
              </a:buClr>
              <a:buSzPts val="1400"/>
              <a:buFont typeface="Source Sans 3"/>
              <a:buChar char="●"/>
              <a:defRPr b="0" i="0" sz="1400" u="none" cap="none" strike="noStrike">
                <a:solidFill>
                  <a:schemeClr val="dk2"/>
                </a:solidFill>
                <a:latin typeface="Source Sans 3"/>
                <a:ea typeface="Source Sans 3"/>
                <a:cs typeface="Source Sans 3"/>
                <a:sym typeface="Source Sans 3"/>
              </a:defRPr>
            </a:lvl1pPr>
            <a:lvl2pPr indent="-317500" lvl="1" marL="914400" marR="0" rtl="0" algn="l">
              <a:lnSpc>
                <a:spcPct val="115000"/>
              </a:lnSpc>
              <a:spcBef>
                <a:spcPts val="0"/>
              </a:spcBef>
              <a:spcAft>
                <a:spcPts val="0"/>
              </a:spcAft>
              <a:buClr>
                <a:schemeClr val="dk2"/>
              </a:buClr>
              <a:buSzPts val="1400"/>
              <a:buFont typeface="Source Sans 3"/>
              <a:buChar char="○"/>
              <a:defRPr b="0" i="0" sz="1400" u="none" cap="none" strike="noStrike">
                <a:solidFill>
                  <a:schemeClr val="dk2"/>
                </a:solidFill>
                <a:latin typeface="Source Sans 3"/>
                <a:ea typeface="Source Sans 3"/>
                <a:cs typeface="Source Sans 3"/>
                <a:sym typeface="Source Sans 3"/>
              </a:defRPr>
            </a:lvl2pPr>
            <a:lvl3pPr indent="-317500" lvl="2" marL="1371600" marR="0" rtl="0" algn="l">
              <a:lnSpc>
                <a:spcPct val="115000"/>
              </a:lnSpc>
              <a:spcBef>
                <a:spcPts val="0"/>
              </a:spcBef>
              <a:spcAft>
                <a:spcPts val="0"/>
              </a:spcAft>
              <a:buClr>
                <a:schemeClr val="dk2"/>
              </a:buClr>
              <a:buSzPts val="1400"/>
              <a:buFont typeface="Source Sans 3"/>
              <a:buChar char="■"/>
              <a:defRPr b="0" i="0" sz="1400" u="none" cap="none" strike="noStrike">
                <a:solidFill>
                  <a:schemeClr val="dk2"/>
                </a:solidFill>
                <a:latin typeface="Source Sans 3"/>
                <a:ea typeface="Source Sans 3"/>
                <a:cs typeface="Source Sans 3"/>
                <a:sym typeface="Source Sans 3"/>
              </a:defRPr>
            </a:lvl3pPr>
            <a:lvl4pPr indent="-317500" lvl="3" marL="1828800" marR="0" rtl="0" algn="l">
              <a:lnSpc>
                <a:spcPct val="115000"/>
              </a:lnSpc>
              <a:spcBef>
                <a:spcPts val="0"/>
              </a:spcBef>
              <a:spcAft>
                <a:spcPts val="0"/>
              </a:spcAft>
              <a:buClr>
                <a:schemeClr val="dk2"/>
              </a:buClr>
              <a:buSzPts val="1400"/>
              <a:buFont typeface="Source Sans 3"/>
              <a:buChar char="●"/>
              <a:defRPr b="0" i="0" sz="1400" u="none" cap="none" strike="noStrike">
                <a:solidFill>
                  <a:schemeClr val="dk2"/>
                </a:solidFill>
                <a:latin typeface="Source Sans 3"/>
                <a:ea typeface="Source Sans 3"/>
                <a:cs typeface="Source Sans 3"/>
                <a:sym typeface="Source Sans 3"/>
              </a:defRPr>
            </a:lvl4pPr>
            <a:lvl5pPr indent="-317500" lvl="4" marL="2286000" marR="0" rtl="0" algn="l">
              <a:lnSpc>
                <a:spcPct val="115000"/>
              </a:lnSpc>
              <a:spcBef>
                <a:spcPts val="0"/>
              </a:spcBef>
              <a:spcAft>
                <a:spcPts val="0"/>
              </a:spcAft>
              <a:buClr>
                <a:schemeClr val="dk2"/>
              </a:buClr>
              <a:buSzPts val="1400"/>
              <a:buFont typeface="Source Sans 3"/>
              <a:buChar char="○"/>
              <a:defRPr b="0" i="0" sz="1400" u="none" cap="none" strike="noStrike">
                <a:solidFill>
                  <a:schemeClr val="dk2"/>
                </a:solidFill>
                <a:latin typeface="Source Sans 3"/>
                <a:ea typeface="Source Sans 3"/>
                <a:cs typeface="Source Sans 3"/>
                <a:sym typeface="Source Sans 3"/>
              </a:defRPr>
            </a:lvl5pPr>
            <a:lvl6pPr indent="-317500" lvl="5" marL="2743200" marR="0" rtl="0" algn="l">
              <a:lnSpc>
                <a:spcPct val="115000"/>
              </a:lnSpc>
              <a:spcBef>
                <a:spcPts val="0"/>
              </a:spcBef>
              <a:spcAft>
                <a:spcPts val="0"/>
              </a:spcAft>
              <a:buClr>
                <a:schemeClr val="dk2"/>
              </a:buClr>
              <a:buSzPts val="1400"/>
              <a:buFont typeface="Source Sans 3"/>
              <a:buChar char="■"/>
              <a:defRPr b="0" i="0" sz="1400" u="none" cap="none" strike="noStrike">
                <a:solidFill>
                  <a:schemeClr val="dk2"/>
                </a:solidFill>
                <a:latin typeface="Source Sans 3"/>
                <a:ea typeface="Source Sans 3"/>
                <a:cs typeface="Source Sans 3"/>
                <a:sym typeface="Source Sans 3"/>
              </a:defRPr>
            </a:lvl6pPr>
            <a:lvl7pPr indent="-317500" lvl="6" marL="3200400" marR="0" rtl="0" algn="l">
              <a:lnSpc>
                <a:spcPct val="115000"/>
              </a:lnSpc>
              <a:spcBef>
                <a:spcPts val="0"/>
              </a:spcBef>
              <a:spcAft>
                <a:spcPts val="0"/>
              </a:spcAft>
              <a:buClr>
                <a:schemeClr val="dk2"/>
              </a:buClr>
              <a:buSzPts val="1400"/>
              <a:buFont typeface="Source Sans 3"/>
              <a:buChar char="●"/>
              <a:defRPr b="0" i="0" sz="1400" u="none" cap="none" strike="noStrike">
                <a:solidFill>
                  <a:schemeClr val="dk2"/>
                </a:solidFill>
                <a:latin typeface="Source Sans 3"/>
                <a:ea typeface="Source Sans 3"/>
                <a:cs typeface="Source Sans 3"/>
                <a:sym typeface="Source Sans 3"/>
              </a:defRPr>
            </a:lvl7pPr>
            <a:lvl8pPr indent="-317500" lvl="7" marL="3657600" marR="0" rtl="0" algn="l">
              <a:lnSpc>
                <a:spcPct val="115000"/>
              </a:lnSpc>
              <a:spcBef>
                <a:spcPts val="0"/>
              </a:spcBef>
              <a:spcAft>
                <a:spcPts val="0"/>
              </a:spcAft>
              <a:buClr>
                <a:schemeClr val="dk2"/>
              </a:buClr>
              <a:buSzPts val="1400"/>
              <a:buFont typeface="Source Sans 3"/>
              <a:buChar char="○"/>
              <a:defRPr b="0" i="0" sz="1400" u="none" cap="none" strike="noStrike">
                <a:solidFill>
                  <a:schemeClr val="dk2"/>
                </a:solidFill>
                <a:latin typeface="Source Sans 3"/>
                <a:ea typeface="Source Sans 3"/>
                <a:cs typeface="Source Sans 3"/>
                <a:sym typeface="Source Sans 3"/>
              </a:defRPr>
            </a:lvl8pPr>
            <a:lvl9pPr indent="-317500" lvl="8" marL="4114800" marR="0" rtl="0" algn="l">
              <a:lnSpc>
                <a:spcPct val="115000"/>
              </a:lnSpc>
              <a:spcBef>
                <a:spcPts val="0"/>
              </a:spcBef>
              <a:spcAft>
                <a:spcPts val="0"/>
              </a:spcAft>
              <a:buClr>
                <a:schemeClr val="dk2"/>
              </a:buClr>
              <a:buSzPts val="1400"/>
              <a:buFont typeface="Source Sans 3"/>
              <a:buChar char="■"/>
              <a:defRPr b="0" i="0" sz="1400" u="none" cap="none" strike="noStrike">
                <a:solidFill>
                  <a:schemeClr val="dk2"/>
                </a:solidFill>
                <a:latin typeface="Source Sans 3"/>
                <a:ea typeface="Source Sans 3"/>
                <a:cs typeface="Source Sans 3"/>
                <a:sym typeface="Source Sans 3"/>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3"/>
                <a:ea typeface="Source Sans 3"/>
                <a:cs typeface="Source Sans 3"/>
                <a:sym typeface="Source Sans 3"/>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3"/>
                <a:ea typeface="Source Sans 3"/>
                <a:cs typeface="Source Sans 3"/>
                <a:sym typeface="Source Sans 3"/>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3"/>
                <a:ea typeface="Source Sans 3"/>
                <a:cs typeface="Source Sans 3"/>
                <a:sym typeface="Source Sans 3"/>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3"/>
                <a:ea typeface="Source Sans 3"/>
                <a:cs typeface="Source Sans 3"/>
                <a:sym typeface="Source Sans 3"/>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3"/>
                <a:ea typeface="Source Sans 3"/>
                <a:cs typeface="Source Sans 3"/>
                <a:sym typeface="Source Sans 3"/>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3"/>
                <a:ea typeface="Source Sans 3"/>
                <a:cs typeface="Source Sans 3"/>
                <a:sym typeface="Source Sans 3"/>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3"/>
                <a:ea typeface="Source Sans 3"/>
                <a:cs typeface="Source Sans 3"/>
                <a:sym typeface="Source Sans 3"/>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3"/>
                <a:ea typeface="Source Sans 3"/>
                <a:cs typeface="Source Sans 3"/>
                <a:sym typeface="Source Sans 3"/>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3"/>
                <a:ea typeface="Source Sans 3"/>
                <a:cs typeface="Source Sans 3"/>
                <a:sym typeface="Source Sans 3"/>
              </a:defRPr>
            </a:lvl9pPr>
          </a:lstStyle>
          <a:p>
            <a:pPr indent="0" lvl="0" marL="0" rtl="0" algn="r">
              <a:spcBef>
                <a:spcPts val="0"/>
              </a:spcBef>
              <a:spcAft>
                <a:spcPts val="0"/>
              </a:spcAft>
              <a:buNone/>
            </a:pPr>
            <a:fld id="{00000000-1234-1234-1234-123412341234}" type="slidenum">
              <a:rPr lang="en-US"/>
              <a:t>‹#›</a:t>
            </a:fld>
            <a:endParaRPr/>
          </a:p>
        </p:txBody>
      </p:sp>
      <p:sp>
        <p:nvSpPr>
          <p:cNvPr id="9" name="Google Shape;9;p1"/>
          <p:cNvSpPr txBox="1"/>
          <p:nvPr/>
        </p:nvSpPr>
        <p:spPr>
          <a:xfrm>
            <a:off x="7898400" y="338975"/>
            <a:ext cx="1245600" cy="457200"/>
          </a:xfrm>
          <a:prstGeom prst="rect">
            <a:avLst/>
          </a:prstGeom>
          <a:noFill/>
          <a:ln>
            <a:noFill/>
          </a:ln>
        </p:spPr>
        <p:txBody>
          <a:bodyPr anchorCtr="0" anchor="ctr" bIns="91425" lIns="91425" spcFirstLastPara="1" rIns="91425"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Source Sans 3"/>
              <a:ea typeface="Source Sans 3"/>
              <a:cs typeface="Source Sans 3"/>
              <a:sym typeface="Source Sans 3"/>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57">
          <p15:clr>
            <a:srgbClr val="E46962"/>
          </p15:clr>
        </p15:guide>
        <p15:guide id="2" orient="horz" pos="405">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07" name="Shape 307"/>
        <p:cNvGrpSpPr/>
        <p:nvPr/>
      </p:nvGrpSpPr>
      <p:grpSpPr>
        <a:xfrm>
          <a:off x="0" y="0"/>
          <a:ext cx="0" cy="0"/>
          <a:chOff x="0" y="0"/>
          <a:chExt cx="0" cy="0"/>
        </a:xfrm>
      </p:grpSpPr>
      <p:sp>
        <p:nvSpPr>
          <p:cNvPr id="308" name="Google Shape;308;p49"/>
          <p:cNvSpPr txBox="1"/>
          <p:nvPr>
            <p:ph type="title"/>
          </p:nvPr>
        </p:nvSpPr>
        <p:spPr>
          <a:xfrm>
            <a:off x="311700" y="244506"/>
            <a:ext cx="8520600" cy="5727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1"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309" name="Google Shape;309;p49"/>
          <p:cNvSpPr txBox="1"/>
          <p:nvPr>
            <p:ph idx="1" type="body"/>
          </p:nvPr>
        </p:nvSpPr>
        <p:spPr>
          <a:xfrm>
            <a:off x="311700" y="1051560"/>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310" name="Google Shape;310;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11" name="Google Shape;311;p49"/>
          <p:cNvSpPr txBox="1"/>
          <p:nvPr/>
        </p:nvSpPr>
        <p:spPr>
          <a:xfrm>
            <a:off x="7898400" y="338975"/>
            <a:ext cx="1245600" cy="457200"/>
          </a:xfrm>
          <a:prstGeom prst="rect">
            <a:avLst/>
          </a:prstGeom>
          <a:noFill/>
          <a:ln>
            <a:noFill/>
          </a:ln>
        </p:spPr>
        <p:txBody>
          <a:bodyPr anchorCtr="0" anchor="ctr" bIns="91425" lIns="91425" spcFirstLastPara="1" rIns="91425"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 id="2147483717" r:id="rId23"/>
    <p:sldLayoutId id="2147483718" r:id="rId24"/>
    <p:sldLayoutId id="2147483719" r:id="rId25"/>
    <p:sldLayoutId id="2147483720" r:id="rId26"/>
    <p:sldLayoutId id="2147483721" r:id="rId27"/>
    <p:sldLayoutId id="2147483722" r:id="rId28"/>
    <p:sldLayoutId id="2147483723" r:id="rId29"/>
    <p:sldLayoutId id="2147483724" r:id="rId30"/>
    <p:sldLayoutId id="2147483725" r:id="rId31"/>
    <p:sldLayoutId id="2147483726" r:id="rId32"/>
    <p:sldLayoutId id="2147483727" r:id="rId33"/>
    <p:sldLayoutId id="2147483728" r:id="rId34"/>
    <p:sldLayoutId id="2147483729" r:id="rId35"/>
    <p:sldLayoutId id="2147483730" r:id="rId36"/>
    <p:sldLayoutId id="2147483731" r:id="rId37"/>
    <p:sldLayoutId id="2147483732" r:id="rId38"/>
    <p:sldLayoutId id="2147483733" r:id="rId39"/>
    <p:sldLayoutId id="2147483734" r:id="rId40"/>
    <p:sldLayoutId id="2147483735" r:id="rId41"/>
    <p:sldLayoutId id="2147483736" r:id="rId42"/>
    <p:sldLayoutId id="2147483737" r:id="rId43"/>
    <p:sldLayoutId id="2147483738" r:id="rId44"/>
    <p:sldLayoutId id="2147483739" r:id="rId45"/>
    <p:sldLayoutId id="2147483740" r:id="rId46"/>
    <p:sldLayoutId id="2147483741"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57">
          <p15:clr>
            <a:srgbClr val="E46962"/>
          </p15:clr>
        </p15:guide>
        <p15:guide id="2" orient="horz" pos="40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3.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7.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9.gi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0.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1.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2.gi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3.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4.gi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September 18, 2026</a:t>
            </a:r>
          </a:p>
        </p:txBody>
      </p:sp>
      <p:sp>
        <p:nvSpPr>
          <p:cNvPr id="3" name="Title 2"/>
          <p:cNvSpPr>
            <a:spLocks noGrp="1"/>
          </p:cNvSpPr>
          <p:nvPr>
            <p:ph type="title"/>
          </p:nvPr>
        </p:nvSpPr>
        <p:spPr/>
        <p:txBody>
          <a:bodyPr/>
          <a:lstStyle/>
          <a:p>
            <a:r>
              <a:rPr sz="4400"/>
              <a:t>Day 2 · The Cluster</a:t>
            </a:r>
          </a:p>
        </p:txBody>
      </p:sp>
      <p:sp>
        <p:nvSpPr>
          <p:cNvPr id="4" name="Subtitle 3"/>
          <p:cNvSpPr>
            <a:spLocks noGrp="1"/>
          </p:cNvSpPr>
          <p:nvPr>
            <p:ph type="subTitle" idx="2"/>
          </p:nvPr>
        </p:nvSpPr>
        <p:spPr/>
        <p:txBody>
          <a:bodyPr wrap="square"/>
          <a:lstStyle/>
          <a:p>
            <a:pPr>
              <a:spcAft>
                <a:spcPts val="600"/>
              </a:spcAft>
            </a:pPr>
            <a:r>
              <a:rPr sz="1200" b="1">
                <a:latin typeface="Source Sans Pro"/>
              </a:rPr>
              <a:t>Alex Storer, Jeff Ott, Natalya Rapstine</a:t>
            </a:r>
          </a:p>
          <a:p>
            <a:pPr>
              <a:spcAft>
                <a:spcPts val="600"/>
              </a:spcAft>
            </a:pPr>
            <a:r>
              <a:rPr sz="1200" b="0">
                <a:latin typeface="Source Sans Pro"/>
              </a:rPr>
              <a:t>Data, Analytics, and Research Computing – GSB Research Hub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Agenda</a:t>
            </a:r>
          </a:p>
        </p:txBody>
      </p:sp>
      <p:sp>
        <p:nvSpPr>
          <p:cNvPr id="3" name="Text Placeholder 2"/>
          <p:cNvSpPr>
            <a:spLocks noGrp="1"/>
          </p:cNvSpPr>
          <p:nvPr>
            <p:ph type="body" idx="1"/>
          </p:nvPr>
        </p:nvSpPr>
        <p:spPr/>
        <p:txBody>
          <a:bodyPr wrap="square"/>
          <a:lstStyle/>
          <a:p>
            <a:pPr>
              <a:spcAft>
                <a:spcPts val="600"/>
              </a:spcAft>
            </a:pPr>
            <a:r>
              <a:rPr sz="1500" b="1">
                <a:latin typeface="Source Sans 3"/>
              </a:rPr>
              <a:t>Part 1</a:t>
            </a:r>
          </a:p>
          <a:p>
            <a:pPr>
              <a:spcAft>
                <a:spcPts val="600"/>
              </a:spcAft>
            </a:pPr>
            <a:r>
              <a:rPr sz="1500" b="0">
                <a:latin typeface="Source Sans 3"/>
              </a:rPr>
              <a:t>What is inside any computer</a:t>
            </a:r>
          </a:p>
          <a:p>
            <a:pPr>
              <a:spcAft>
                <a:spcPts val="600"/>
              </a:spcAft>
            </a:pPr>
            <a:r>
              <a:rPr sz="1500" b="0">
                <a:latin typeface="Source Sans 3"/>
              </a:rPr>
              <a:t>Running a script</a:t>
            </a:r>
          </a:p>
          <a:p>
            <a:pPr>
              <a:spcAft>
                <a:spcPts val="600"/>
              </a:spcAft>
            </a:pPr>
            <a:r>
              <a:rPr sz="1500" b="0">
                <a:latin typeface="Source Sans 3"/>
              </a:rPr>
              <a:t>Research computing resources</a:t>
            </a:r>
          </a:p>
          <a:p>
            <a:pPr>
              <a:spcAft>
                <a:spcPts val="600"/>
              </a:spcAft>
            </a:pPr>
            <a:r>
              <a:rPr sz="1500" b="0">
                <a:latin typeface="Source Sans 3"/>
              </a:rPr>
              <a:t>Profiling</a:t>
            </a:r>
          </a:p>
          <a:p>
            <a:pPr>
              <a:spcAft>
                <a:spcPts val="600"/>
              </a:spcAft>
            </a:pPr>
            <a:r>
              <a:rPr sz="1500" b="0">
                <a:latin typeface="Source Sans 3"/>
              </a:rPr>
              <a:t>Why profiling matters</a:t>
            </a:r>
          </a:p>
          <a:p>
            <a:pPr>
              <a:spcAft>
                <a:spcPts val="600"/>
              </a:spcAft>
            </a:pPr>
            <a:r>
              <a:rPr sz="1500" b="0">
                <a:latin typeface="Source Sans 3"/>
              </a:rPr>
              <a:t>Slurm</a:t>
            </a:r>
          </a:p>
          <a:p>
            <a:pPr>
              <a:spcAft>
                <a:spcPts val="600"/>
              </a:spcAft>
            </a:pPr>
          </a:p>
          <a:p>
            <a:pPr>
              <a:spcAft>
                <a:spcPts val="600"/>
              </a:spcAft>
            </a:pPr>
            <a:r>
              <a:rPr sz="1500" b="1">
                <a:latin typeface="Source Sans 3"/>
              </a:rPr>
              <a:t>Part 2</a:t>
            </a:r>
          </a:p>
          <a:p>
            <a:pPr>
              <a:spcAft>
                <a:spcPts val="600"/>
              </a:spcAft>
            </a:pPr>
            <a:r>
              <a:rPr sz="1500" b="0">
                <a:latin typeface="Source Sans 3"/>
              </a:rPr>
              <a:t>Parallelization</a:t>
            </a:r>
          </a:p>
          <a:p>
            <a:pPr>
              <a:spcAft>
                <a:spcPts val="600"/>
              </a:spcAft>
            </a:pPr>
            <a:r>
              <a:rPr sz="1500" b="0">
                <a:latin typeface="Source Sans 3"/>
              </a:rPr>
              <a:t>Job arrays</a:t>
            </a:r>
          </a:p>
          <a:p>
            <a:pPr>
              <a:spcAft>
                <a:spcPts val="600"/>
              </a:spcAft>
            </a:pPr>
            <a:r>
              <a:rPr sz="1500" b="0">
                <a:latin typeface="Source Sans 3"/>
              </a:rPr>
              <a:t>GPUs</a:t>
            </a:r>
          </a:p>
          <a:p>
            <a:pPr>
              <a:spcAft>
                <a:spcPts val="600"/>
              </a:spcAft>
            </a:pPr>
            <a:r>
              <a:rPr sz="1500" b="0">
                <a:latin typeface="Source Sans 3"/>
              </a:rPr>
              <a:t>Where to get help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Part 1 · Where your code runs</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88920"/>
            <a:ext cx="7863840" cy="365760"/>
          </a:xfrm>
          <a:prstGeom prst="rect">
            <a:avLst/>
          </a:prstGeom>
          <a:noFill/>
        </p:spPr>
        <p:txBody>
          <a:bodyPr wrap="square">
            <a:spAutoFit/>
          </a:bodyPr>
          <a:lstStyle/>
          <a:p>
            <a:pPr>
              <a:spcAft>
                <a:spcPts val="600"/>
              </a:spcAft>
            </a:pPr>
            <a:r>
              <a:rPr sz="1300" b="0">
                <a:solidFill>
                  <a:srgbClr val="5F6775"/>
                </a:solidFill>
                <a:latin typeface="Source Sans 3"/>
              </a:rPr>
              <a:t>9:00–9:20 · concepts 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What is inside any computer?</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Your laptop, a Yen, the cloud</a:t>
            </a:r>
          </a:p>
        </p:txBody>
      </p:sp>
      <p:sp>
        <p:nvSpPr>
          <p:cNvPr id="3" name="TextBox 2"/>
          <p:cNvSpPr txBox="1"/>
          <p:nvPr/>
        </p:nvSpPr>
        <p:spPr>
          <a:xfrm>
            <a:off x="310896" y="868680"/>
            <a:ext cx="8522208" cy="310896"/>
          </a:xfrm>
          <a:prstGeom prst="rect">
            <a:avLst/>
          </a:prstGeom>
          <a:noFill/>
        </p:spPr>
        <p:txBody>
          <a:bodyPr wrap="square">
            <a:spAutoFit/>
          </a:bodyPr>
          <a:lstStyle/>
          <a:p>
            <a:pPr>
              <a:spcAft>
                <a:spcPts val="600"/>
              </a:spcAft>
            </a:pPr>
            <a:r>
              <a:rPr sz="1300" b="0">
                <a:solidFill>
                  <a:srgbClr val="5F6775"/>
                </a:solidFill>
                <a:latin typeface="Source Sans 3"/>
              </a:rPr>
              <a:t>Same parts everywhere. What changes is how much, and who else wants it.</a:t>
            </a:r>
          </a:p>
        </p:txBody>
      </p:sp>
      <p:pic>
        <p:nvPicPr>
          <p:cNvPr id="4" name="Picture 3" descr="cluster-shape.png"/>
          <p:cNvPicPr>
            <a:picLocks noChangeAspect="1"/>
          </p:cNvPicPr>
          <p:nvPr/>
        </p:nvPicPr>
        <p:blipFill>
          <a:blip r:embed="rId2"/>
          <a:stretch>
            <a:fillRect/>
          </a:stretch>
        </p:blipFill>
        <p:spPr>
          <a:xfrm>
            <a:off x="2350191" y="1316736"/>
            <a:ext cx="4443616" cy="3273551"/>
          </a:xfrm>
          <a:prstGeom prst="rect">
            <a:avLst/>
          </a:prstGeom>
        </p:spPr>
      </p:pic>
      <p:sp>
        <p:nvSpPr>
          <p:cNvPr id="5" name="TextBox 4"/>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You write code on your laptop. It runs on a machine somewhere else.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Same parts, different amounts</a:t>
            </a:r>
          </a:p>
        </p:txBody>
      </p:sp>
      <p:graphicFrame>
        <p:nvGraphicFramePr>
          <p:cNvPr id="3" name="Table 2"/>
          <p:cNvGraphicFramePr>
            <a:graphicFrameLocks noGrp="1"/>
          </p:cNvGraphicFramePr>
          <p:nvPr/>
        </p:nvGraphicFramePr>
        <p:xfrm>
          <a:off x="310896" y="1097280"/>
          <a:ext cx="8522207" cy="1865376"/>
        </p:xfrm>
        <a:graphic>
          <a:graphicData uri="http://schemas.openxmlformats.org/drawingml/2006/table">
            <a:tbl>
              <a:tblPr firstRow="1">
                <a:tableStyleId>{5C22544A-7EE6-4342-B048-85BDC9FD1C3A}</a:tableStyleId>
              </a:tblPr>
              <a:tblGrid>
                <a:gridCol w="2130552"/>
                <a:gridCol w="1864232"/>
                <a:gridCol w="2396871"/>
                <a:gridCol w="2130552"/>
              </a:tblGrid>
              <a:tr h="310896">
                <a:tc>
                  <a:txBody>
                    <a:bodyPr wrap="square"/>
                    <a:lstStyle/>
                    <a:p>
                      <a:r>
                        <a:rPr sz="1180" b="1">
                          <a:solidFill>
                            <a:srgbClr val="FFFFFF"/>
                          </a:solidFill>
                          <a:latin typeface="Source Sans 3"/>
                        </a:rPr>
                        <a:t/>
                      </a:r>
                    </a:p>
                  </a:txBody>
                  <a:tcPr anchor="ctr" marL="73152" marR="73152" marT="27432" marB="27432">
                    <a:solidFill>
                      <a:srgbClr val="7F2D48"/>
                    </a:solidFill>
                  </a:tcPr>
                </a:tc>
                <a:tc>
                  <a:txBody>
                    <a:bodyPr wrap="square"/>
                    <a:lstStyle/>
                    <a:p>
                      <a:r>
                        <a:rPr sz="1180" b="1">
                          <a:solidFill>
                            <a:srgbClr val="FFFFFF"/>
                          </a:solidFill>
                          <a:latin typeface="Source Sans 3"/>
                        </a:rPr>
                        <a:t>Your laptop</a:t>
                      </a:r>
                    </a:p>
                  </a:txBody>
                  <a:tcPr anchor="ctr" marL="73152" marR="73152" marT="27432" marB="27432">
                    <a:solidFill>
                      <a:srgbClr val="7F2D48"/>
                    </a:solidFill>
                  </a:tcPr>
                </a:tc>
                <a:tc>
                  <a:txBody>
                    <a:bodyPr wrap="square"/>
                    <a:lstStyle/>
                    <a:p>
                      <a:r>
                        <a:rPr sz="1180" b="1">
                          <a:solidFill>
                            <a:srgbClr val="FFFFFF"/>
                          </a:solidFill>
                          <a:latin typeface="Source Sans 3"/>
                        </a:rPr>
                        <a:t>One Yen node</a:t>
                      </a:r>
                    </a:p>
                  </a:txBody>
                  <a:tcPr anchor="ctr" marL="73152" marR="73152" marT="27432" marB="27432">
                    <a:solidFill>
                      <a:srgbClr val="7F2D48"/>
                    </a:solidFill>
                  </a:tcPr>
                </a:tc>
                <a:tc>
                  <a:txBody>
                    <a:bodyPr wrap="square"/>
                    <a:lstStyle/>
                    <a:p>
                      <a:r>
                        <a:rPr sz="1180" b="1">
                          <a:solidFill>
                            <a:srgbClr val="FFFFFF"/>
                          </a:solidFill>
                          <a:latin typeface="Source Sans 3"/>
                        </a:rPr>
                        <a:t>The cloud</a:t>
                      </a:r>
                    </a:p>
                  </a:txBody>
                  <a:tcPr anchor="ctr" marL="73152" marR="73152" marT="27432" marB="27432">
                    <a:solidFill>
                      <a:srgbClr val="7F2D48"/>
                    </a:solidFill>
                  </a:tcPr>
                </a:tc>
              </a:tr>
              <a:tr h="310896">
                <a:tc>
                  <a:txBody>
                    <a:bodyPr wrap="square"/>
                    <a:lstStyle/>
                    <a:p>
                      <a:r>
                        <a:rPr sz="1180" b="1">
                          <a:solidFill>
                            <a:srgbClr val="1F2937"/>
                          </a:solidFill>
                          <a:latin typeface="Source Sans 3"/>
                        </a:rPr>
                        <a:t>CPU cores</a:t>
                      </a:r>
                    </a:p>
                  </a:txBody>
                  <a:tcPr anchor="ctr" marL="73152" marR="73152" marT="27432" marB="27432">
                    <a:solidFill>
                      <a:srgbClr val="FFFFFF"/>
                    </a:solidFill>
                  </a:tcPr>
                </a:tc>
                <a:tc>
                  <a:txBody>
                    <a:bodyPr wrap="square"/>
                    <a:lstStyle/>
                    <a:p>
                      <a:r>
                        <a:rPr sz="1180" b="0">
                          <a:solidFill>
                            <a:srgbClr val="1F2937"/>
                          </a:solidFill>
                          <a:latin typeface="Source Sans 3"/>
                        </a:rPr>
                        <a:t>a handful</a:t>
                      </a:r>
                    </a:p>
                  </a:txBody>
                  <a:tcPr anchor="ctr" marL="73152" marR="73152" marT="27432" marB="27432">
                    <a:solidFill>
                      <a:srgbClr val="FFFFFF"/>
                    </a:solidFill>
                  </a:tcPr>
                </a:tc>
                <a:tc>
                  <a:txBody>
                    <a:bodyPr wrap="square"/>
                    <a:lstStyle/>
                    <a:p>
                      <a:r>
                        <a:rPr sz="1180" b="0">
                          <a:solidFill>
                            <a:srgbClr val="1F2937"/>
                          </a:solidFill>
                          <a:latin typeface="Source Sans 3"/>
                        </a:rPr>
                        <a:t>up to 256 on yen1</a:t>
                      </a:r>
                    </a:p>
                  </a:txBody>
                  <a:tcPr anchor="ctr" marL="73152" marR="73152" marT="27432" marB="27432">
                    <a:solidFill>
                      <a:srgbClr val="FFFFFF"/>
                    </a:solidFill>
                  </a:tcPr>
                </a:tc>
                <a:tc>
                  <a:txBody>
                    <a:bodyPr wrap="square"/>
                    <a:lstStyle/>
                    <a:p>
                      <a:r>
                        <a:rPr sz="1180" b="0">
                          <a:solidFill>
                            <a:srgbClr val="1F2937"/>
                          </a:solidFill>
                          <a:latin typeface="Source Sans 3"/>
                        </a:rPr>
                        <a:t>as many as you rent</a:t>
                      </a:r>
                    </a:p>
                  </a:txBody>
                  <a:tcPr anchor="ctr" marL="73152" marR="73152" marT="27432" marB="27432">
                    <a:solidFill>
                      <a:srgbClr val="FFFFFF"/>
                    </a:solidFill>
                  </a:tcPr>
                </a:tc>
              </a:tr>
              <a:tr h="310896">
                <a:tc>
                  <a:txBody>
                    <a:bodyPr wrap="square"/>
                    <a:lstStyle/>
                    <a:p>
                      <a:r>
                        <a:rPr sz="1180" b="1">
                          <a:solidFill>
                            <a:srgbClr val="1F2937"/>
                          </a:solidFill>
                          <a:latin typeface="Source Sans 3"/>
                        </a:rPr>
                        <a:t>RAM</a:t>
                      </a:r>
                    </a:p>
                  </a:txBody>
                  <a:tcPr anchor="ctr" marL="73152" marR="73152" marT="27432" marB="27432">
                    <a:solidFill>
                      <a:srgbClr val="F4F4F4"/>
                    </a:solidFill>
                  </a:tcPr>
                </a:tc>
                <a:tc>
                  <a:txBody>
                    <a:bodyPr wrap="square"/>
                    <a:lstStyle/>
                    <a:p>
                      <a:r>
                        <a:rPr sz="1180" b="0">
                          <a:solidFill>
                            <a:srgbClr val="1F2937"/>
                          </a:solidFill>
                          <a:latin typeface="Source Sans 3"/>
                        </a:rPr>
                        <a:t>single-digit GB</a:t>
                      </a:r>
                    </a:p>
                  </a:txBody>
                  <a:tcPr anchor="ctr" marL="73152" marR="73152" marT="27432" marB="27432">
                    <a:solidFill>
                      <a:srgbClr val="F4F4F4"/>
                    </a:solidFill>
                  </a:tcPr>
                </a:tc>
                <a:tc>
                  <a:txBody>
                    <a:bodyPr wrap="square"/>
                    <a:lstStyle/>
                    <a:p>
                      <a:r>
                        <a:rPr sz="1180" b="0">
                          <a:solidFill>
                            <a:srgbClr val="1F2937"/>
                          </a:solidFill>
                          <a:latin typeface="Source Sans 3"/>
                        </a:rPr>
                        <a:t>250 GB – 3 TB</a:t>
                      </a:r>
                    </a:p>
                  </a:txBody>
                  <a:tcPr anchor="ctr" marL="73152" marR="73152" marT="27432" marB="27432">
                    <a:solidFill>
                      <a:srgbClr val="F4F4F4"/>
                    </a:solidFill>
                  </a:tcPr>
                </a:tc>
                <a:tc>
                  <a:txBody>
                    <a:bodyPr wrap="square"/>
                    <a:lstStyle/>
                    <a:p>
                      <a:r>
                        <a:rPr sz="1180" b="0">
                          <a:solidFill>
                            <a:srgbClr val="1F2937"/>
                          </a:solidFill>
                          <a:latin typeface="Source Sans 3"/>
                        </a:rPr>
                        <a:t>as much as you rent</a:t>
                      </a:r>
                    </a:p>
                  </a:txBody>
                  <a:tcPr anchor="ctr" marL="73152" marR="73152" marT="27432" marB="27432">
                    <a:solidFill>
                      <a:srgbClr val="F4F4F4"/>
                    </a:solidFill>
                  </a:tcPr>
                </a:tc>
              </a:tr>
              <a:tr h="310896">
                <a:tc>
                  <a:txBody>
                    <a:bodyPr wrap="square"/>
                    <a:lstStyle/>
                    <a:p>
                      <a:r>
                        <a:rPr sz="1180" b="1">
                          <a:solidFill>
                            <a:srgbClr val="1F2937"/>
                          </a:solidFill>
                          <a:latin typeface="Source Sans 3"/>
                        </a:rPr>
                        <a:t>Storage</a:t>
                      </a:r>
                    </a:p>
                  </a:txBody>
                  <a:tcPr anchor="ctr" marL="73152" marR="73152" marT="27432" marB="27432">
                    <a:solidFill>
                      <a:srgbClr val="FFFFFF"/>
                    </a:solidFill>
                  </a:tcPr>
                </a:tc>
                <a:tc>
                  <a:txBody>
                    <a:bodyPr wrap="square"/>
                    <a:lstStyle/>
                    <a:p>
                      <a:r>
                        <a:rPr sz="1180" b="0">
                          <a:solidFill>
                            <a:srgbClr val="1F2937"/>
                          </a:solidFill>
                          <a:latin typeface="Source Sans 3"/>
                        </a:rPr>
                        <a:t>your own disk</a:t>
                      </a:r>
                    </a:p>
                  </a:txBody>
                  <a:tcPr anchor="ctr" marL="73152" marR="73152" marT="27432" marB="27432">
                    <a:solidFill>
                      <a:srgbClr val="FFFFFF"/>
                    </a:solidFill>
                  </a:tcPr>
                </a:tc>
                <a:tc>
                  <a:txBody>
                    <a:bodyPr wrap="square"/>
                    <a:lstStyle/>
                    <a:p>
                      <a:r>
                        <a:rPr sz="1180" b="0">
                          <a:solidFill>
                            <a:srgbClr val="1F2937"/>
                          </a:solidFill>
                          <a:latin typeface="Source Sans 3"/>
                        </a:rPr>
                        <a:t>shared, ~1 PB</a:t>
                      </a:r>
                    </a:p>
                  </a:txBody>
                  <a:tcPr anchor="ctr" marL="73152" marR="73152" marT="27432" marB="27432">
                    <a:solidFill>
                      <a:srgbClr val="FFFFFF"/>
                    </a:solidFill>
                  </a:tcPr>
                </a:tc>
                <a:tc>
                  <a:txBody>
                    <a:bodyPr wrap="square"/>
                    <a:lstStyle/>
                    <a:p>
                      <a:r>
                        <a:rPr sz="1180" b="0">
                          <a:solidFill>
                            <a:srgbClr val="1F2937"/>
                          </a:solidFill>
                          <a:latin typeface="Source Sans 3"/>
                        </a:rPr>
                        <a:t>rented volumes</a:t>
                      </a:r>
                    </a:p>
                  </a:txBody>
                  <a:tcPr anchor="ctr" marL="73152" marR="73152" marT="27432" marB="27432">
                    <a:solidFill>
                      <a:srgbClr val="FFFFFF"/>
                    </a:solidFill>
                  </a:tcPr>
                </a:tc>
              </a:tr>
              <a:tr h="310896">
                <a:tc>
                  <a:txBody>
                    <a:bodyPr wrap="square"/>
                    <a:lstStyle/>
                    <a:p>
                      <a:r>
                        <a:rPr sz="1180" b="1">
                          <a:solidFill>
                            <a:srgbClr val="1F2937"/>
                          </a:solidFill>
                          <a:latin typeface="Source Sans 3"/>
                        </a:rPr>
                        <a:t>Who else is on it</a:t>
                      </a:r>
                    </a:p>
                  </a:txBody>
                  <a:tcPr anchor="ctr" marL="73152" marR="73152" marT="27432" marB="27432">
                    <a:solidFill>
                      <a:srgbClr val="F4F4F4"/>
                    </a:solidFill>
                  </a:tcPr>
                </a:tc>
                <a:tc>
                  <a:txBody>
                    <a:bodyPr wrap="square"/>
                    <a:lstStyle/>
                    <a:p>
                      <a:r>
                        <a:rPr sz="1180" b="0">
                          <a:solidFill>
                            <a:srgbClr val="1F2937"/>
                          </a:solidFill>
                          <a:latin typeface="Source Sans 3"/>
                        </a:rPr>
                        <a:t>nobody</a:t>
                      </a:r>
                    </a:p>
                  </a:txBody>
                  <a:tcPr anchor="ctr" marL="73152" marR="73152" marT="27432" marB="27432">
                    <a:solidFill>
                      <a:srgbClr val="F4F4F4"/>
                    </a:solidFill>
                  </a:tcPr>
                </a:tc>
                <a:tc>
                  <a:txBody>
                    <a:bodyPr wrap="square"/>
                    <a:lstStyle/>
                    <a:p>
                      <a:r>
                        <a:rPr sz="1180" b="0">
                          <a:solidFill>
                            <a:srgbClr val="1F2937"/>
                          </a:solidFill>
                          <a:latin typeface="Source Sans 3"/>
                        </a:rPr>
                        <a:t>everyone</a:t>
                      </a:r>
                    </a:p>
                  </a:txBody>
                  <a:tcPr anchor="ctr" marL="73152" marR="73152" marT="27432" marB="27432">
                    <a:solidFill>
                      <a:srgbClr val="F4F4F4"/>
                    </a:solidFill>
                  </a:tcPr>
                </a:tc>
                <a:tc>
                  <a:txBody>
                    <a:bodyPr wrap="square"/>
                    <a:lstStyle/>
                    <a:p>
                      <a:r>
                        <a:rPr sz="1180" b="0">
                          <a:solidFill>
                            <a:srgbClr val="1F2937"/>
                          </a:solidFill>
                          <a:latin typeface="Source Sans 3"/>
                        </a:rPr>
                        <a:t>nobody</a:t>
                      </a:r>
                    </a:p>
                  </a:txBody>
                  <a:tcPr anchor="ctr" marL="73152" marR="73152" marT="27432" marB="27432">
                    <a:solidFill>
                      <a:srgbClr val="F4F4F4"/>
                    </a:solidFill>
                  </a:tcPr>
                </a:tc>
              </a:tr>
              <a:tr h="310896">
                <a:tc>
                  <a:txBody>
                    <a:bodyPr wrap="square"/>
                    <a:lstStyle/>
                    <a:p>
                      <a:r>
                        <a:rPr sz="1180" b="1">
                          <a:solidFill>
                            <a:srgbClr val="1F2937"/>
                          </a:solidFill>
                          <a:latin typeface="Source Sans 3"/>
                        </a:rPr>
                        <a:t>Close the lid</a:t>
                      </a:r>
                    </a:p>
                  </a:txBody>
                  <a:tcPr anchor="ctr" marL="73152" marR="73152" marT="27432" marB="27432">
                    <a:solidFill>
                      <a:srgbClr val="FFFFFF"/>
                    </a:solidFill>
                  </a:tcPr>
                </a:tc>
                <a:tc>
                  <a:txBody>
                    <a:bodyPr wrap="square"/>
                    <a:lstStyle/>
                    <a:p>
                      <a:r>
                        <a:rPr sz="1180" b="0">
                          <a:solidFill>
                            <a:srgbClr val="1F2937"/>
                          </a:solidFill>
                          <a:latin typeface="Source Sans 3"/>
                        </a:rPr>
                        <a:t>work stops</a:t>
                      </a:r>
                    </a:p>
                  </a:txBody>
                  <a:tcPr anchor="ctr" marL="73152" marR="73152" marT="27432" marB="27432">
                    <a:solidFill>
                      <a:srgbClr val="FFFFFF"/>
                    </a:solidFill>
                  </a:tcPr>
                </a:tc>
                <a:tc>
                  <a:txBody>
                    <a:bodyPr wrap="square"/>
                    <a:lstStyle/>
                    <a:p>
                      <a:r>
                        <a:rPr sz="1180" b="0">
                          <a:solidFill>
                            <a:srgbClr val="1F2937"/>
                          </a:solidFill>
                          <a:latin typeface="Source Sans 3"/>
                        </a:rPr>
                        <a:t>keeps running</a:t>
                      </a:r>
                    </a:p>
                  </a:txBody>
                  <a:tcPr anchor="ctr" marL="73152" marR="73152" marT="27432" marB="27432">
                    <a:solidFill>
                      <a:srgbClr val="FFFFFF"/>
                    </a:solidFill>
                  </a:tcPr>
                </a:tc>
                <a:tc>
                  <a:txBody>
                    <a:bodyPr wrap="square"/>
                    <a:lstStyle/>
                    <a:p>
                      <a:r>
                        <a:rPr sz="1180" b="0">
                          <a:solidFill>
                            <a:srgbClr val="1F2937"/>
                          </a:solidFill>
                          <a:latin typeface="Source Sans 3"/>
                        </a:rPr>
                        <a:t>keeps running</a:t>
                      </a:r>
                    </a:p>
                  </a:txBody>
                  <a:tcPr anchor="ct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CPU and cores</a:t>
            </a:r>
          </a:p>
        </p:txBody>
      </p:sp>
      <p:sp>
        <p:nvSpPr>
          <p:cNvPr id="3" name="Text Placeholder 2"/>
          <p:cNvSpPr>
            <a:spLocks noGrp="1"/>
          </p:cNvSpPr>
          <p:nvPr>
            <p:ph type="body" idx="1"/>
          </p:nvPr>
        </p:nvSpPr>
        <p:spPr/>
        <p:txBody>
          <a:bodyPr wrap="square"/>
          <a:lstStyle/>
          <a:p>
            <a:pPr>
              <a:spcAft>
                <a:spcPts val="600"/>
              </a:spcAft>
            </a:pPr>
            <a:r>
              <a:rPr sz="1500" b="1">
                <a:latin typeface="Source Sans 3"/>
              </a:rPr>
              <a:t>The CPU is the processor chip. It does the work.</a:t>
            </a:r>
          </a:p>
          <a:p>
            <a:pPr>
              <a:spcAft>
                <a:spcPts val="600"/>
              </a:spcAft>
            </a:pPr>
          </a:p>
          <a:p>
            <a:pPr>
              <a:spcAft>
                <a:spcPts val="600"/>
              </a:spcAft>
            </a:pPr>
            <a:r>
              <a:rPr sz="1500" b="1">
                <a:latin typeface="Source Sans 3"/>
              </a:rPr>
              <a:t>A core is one independent worker inside it.</a:t>
            </a:r>
          </a:p>
          <a:p>
            <a:pPr>
              <a:spcAft>
                <a:spcPts val="600"/>
              </a:spcAft>
            </a:pPr>
            <a:r>
              <a:rPr sz="1500" b="0">
                <a:latin typeface="Source Sans 3"/>
              </a:rPr>
              <a:t>Each core runs instructions on its own. That independence is the whole reason parallel work is possible at all.</a:t>
            </a:r>
          </a:p>
          <a:p>
            <a:pPr>
              <a:spcAft>
                <a:spcPts val="600"/>
              </a:spcAft>
            </a:pPr>
          </a:p>
          <a:p>
            <a:pPr>
              <a:spcAft>
                <a:spcPts val="600"/>
              </a:spcAft>
            </a:pPr>
            <a:r>
              <a:rPr sz="1500" b="0">
                <a:latin typeface="Source Sans 3"/>
              </a:rPr>
              <a:t>One core can only do one thing at a time. Eight cores can do eight — but only if your work comes apart into eight pieces.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RAM, storage, and I/O</a:t>
            </a:r>
          </a:p>
        </p:txBody>
      </p:sp>
      <p:sp>
        <p:nvSpPr>
          <p:cNvPr id="3" name="Text Placeholder 2"/>
          <p:cNvSpPr>
            <a:spLocks noGrp="1"/>
          </p:cNvSpPr>
          <p:nvPr>
            <p:ph type="body" idx="1"/>
          </p:nvPr>
        </p:nvSpPr>
        <p:spPr/>
        <p:txBody>
          <a:bodyPr wrap="square"/>
          <a:lstStyle/>
          <a:p>
            <a:pPr>
              <a:spcAft>
                <a:spcPts val="600"/>
              </a:spcAft>
            </a:pPr>
            <a:r>
              <a:rPr sz="1450" b="1">
                <a:latin typeface="Source Sans 3"/>
              </a:rPr>
              <a:t>RAM — the desk.</a:t>
            </a:r>
          </a:p>
          <a:p>
            <a:pPr>
              <a:spcAft>
                <a:spcPts val="600"/>
              </a:spcAft>
            </a:pPr>
            <a:r>
              <a:rPr sz="1450" b="0">
                <a:latin typeface="Source Sans 3"/>
              </a:rPr>
              <a:t>Holds the data the CPU is actively using. Fast, and limited. Run out and the job dies.</a:t>
            </a:r>
          </a:p>
          <a:p>
            <a:pPr>
              <a:spcAft>
                <a:spcPts val="600"/>
              </a:spcAft>
            </a:pPr>
          </a:p>
          <a:p>
            <a:pPr>
              <a:spcAft>
                <a:spcPts val="600"/>
              </a:spcAft>
            </a:pPr>
            <a:r>
              <a:rPr sz="1450" b="1">
                <a:latin typeface="Source Sans 3"/>
              </a:rPr>
              <a:t>Storage — the filing cabinet.</a:t>
            </a:r>
          </a:p>
          <a:p>
            <a:pPr>
              <a:spcAft>
                <a:spcPts val="600"/>
              </a:spcAft>
            </a:pPr>
            <a:r>
              <a:rPr sz="1450" b="0">
                <a:latin typeface="Source Sans 3"/>
              </a:rPr>
              <a:t>Where your files live when nothing is running. Large, and slow to reach.</a:t>
            </a:r>
          </a:p>
          <a:p>
            <a:pPr>
              <a:spcAft>
                <a:spcPts val="600"/>
              </a:spcAft>
            </a:pPr>
          </a:p>
          <a:p>
            <a:pPr>
              <a:spcAft>
                <a:spcPts val="600"/>
              </a:spcAft>
            </a:pPr>
            <a:r>
              <a:rPr sz="1450" b="1">
                <a:latin typeface="Source Sans 3"/>
              </a:rPr>
              <a:t>I/O — walking between them.</a:t>
            </a:r>
          </a:p>
          <a:p>
            <a:pPr>
              <a:spcAft>
                <a:spcPts val="600"/>
              </a:spcAft>
            </a:pPr>
            <a:r>
              <a:rPr sz="1450" b="0">
                <a:latin typeface="Source Sans 3"/>
              </a:rPr>
              <a:t>Moving data from storage into RAM, and writing results back. Almost always the slowest thing your script does.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Running a script</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What running a script actually means</a:t>
            </a:r>
          </a:p>
        </p:txBody>
      </p:sp>
      <p:sp>
        <p:nvSpPr>
          <p:cNvPr id="3" name="Text Placeholder 2"/>
          <p:cNvSpPr>
            <a:spLocks noGrp="1"/>
          </p:cNvSpPr>
          <p:nvPr>
            <p:ph type="body" idx="1"/>
          </p:nvPr>
        </p:nvSpPr>
        <p:spPr/>
        <p:txBody>
          <a:bodyPr wrap="square"/>
          <a:lstStyle/>
          <a:p>
            <a:pPr>
              <a:spcAft>
                <a:spcPts val="600"/>
              </a:spcAft>
            </a:pPr>
            <a:r>
              <a:rPr sz="1400" b="1">
                <a:latin typeface="Source Sans 3"/>
              </a:rPr>
              <a:t>Four things happen, in this order, every time.</a:t>
            </a:r>
          </a:p>
          <a:p>
            <a:pPr>
              <a:spcAft>
                <a:spcPts val="600"/>
              </a:spcAft>
            </a:pPr>
          </a:p>
          <a:p>
            <a:pPr>
              <a:spcAft>
                <a:spcPts val="600"/>
              </a:spcAft>
            </a:pPr>
            <a:r>
              <a:rPr sz="1400" b="1">
                <a:latin typeface="Source Sans 3"/>
              </a:rPr>
              <a:t>1 · Load from disk</a:t>
            </a:r>
          </a:p>
          <a:p>
            <a:pPr>
              <a:spcAft>
                <a:spcPts val="600"/>
              </a:spcAft>
            </a:pPr>
            <a:r>
              <a:rPr sz="1400" b="0">
                <a:latin typeface="Source Sans 3"/>
              </a:rPr>
              <a:t>Python reads your script and your data files from storage.</a:t>
            </a:r>
          </a:p>
          <a:p>
            <a:pPr>
              <a:spcAft>
                <a:spcPts val="600"/>
              </a:spcAft>
            </a:pPr>
            <a:r>
              <a:rPr sz="1400" b="1">
                <a:latin typeface="Source Sans 3"/>
              </a:rPr>
              <a:t>2 · Into RAM</a:t>
            </a:r>
          </a:p>
          <a:p>
            <a:pPr>
              <a:spcAft>
                <a:spcPts val="600"/>
              </a:spcAft>
            </a:pPr>
            <a:r>
              <a:rPr sz="1400" b="0">
                <a:latin typeface="Source Sans 3"/>
              </a:rPr>
              <a:t>The data lands in memory, where the CPU can reach it.</a:t>
            </a:r>
          </a:p>
          <a:p>
            <a:pPr>
              <a:spcAft>
                <a:spcPts val="600"/>
              </a:spcAft>
            </a:pPr>
            <a:r>
              <a:rPr sz="1400" b="1">
                <a:latin typeface="Source Sans 3"/>
              </a:rPr>
              <a:t>3 · The CPU works</a:t>
            </a:r>
          </a:p>
          <a:p>
            <a:pPr>
              <a:spcAft>
                <a:spcPts val="600"/>
              </a:spcAft>
            </a:pPr>
            <a:r>
              <a:rPr sz="1400" b="0">
                <a:latin typeface="Source Sans 3"/>
              </a:rPr>
              <a:t>Cores execute your steps against what is in RAM.</a:t>
            </a:r>
          </a:p>
          <a:p>
            <a:pPr>
              <a:spcAft>
                <a:spcPts val="600"/>
              </a:spcAft>
            </a:pPr>
            <a:r>
              <a:rPr sz="1400" b="1">
                <a:latin typeface="Source Sans 3"/>
              </a:rPr>
              <a:t>4 · Save to disk</a:t>
            </a:r>
          </a:p>
          <a:p>
            <a:pPr>
              <a:spcAft>
                <a:spcPts val="600"/>
              </a:spcAft>
            </a:pPr>
            <a:r>
              <a:rPr sz="1400" b="0">
                <a:latin typeface="Source Sans 3"/>
              </a:rPr>
              <a:t>Results are written back, so they survive the run.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How your data moves</a:t>
            </a:r>
          </a:p>
        </p:txBody>
      </p:sp>
      <p:pic>
        <p:nvPicPr>
          <p:cNvPr id="3" name="Picture 2" descr="data-moves.gif"/>
          <p:cNvPicPr>
            <a:picLocks noChangeAspect="1"/>
          </p:cNvPicPr>
          <p:nvPr/>
        </p:nvPicPr>
        <p:blipFill>
          <a:blip r:embed="rId2"/>
          <a:stretch>
            <a:fillRect/>
          </a:stretch>
        </p:blipFill>
        <p:spPr>
          <a:xfrm>
            <a:off x="310896" y="1051560"/>
            <a:ext cx="8522208" cy="3142101"/>
          </a:xfrm>
          <a:prstGeom prst="rect">
            <a:avLst/>
          </a:prstGeom>
        </p:spPr>
      </p:pic>
      <p:sp>
        <p:nvSpPr>
          <p:cNvPr id="4" name="TextBox 3"/>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Watch the first leg.</a:t>
            </a:r>
          </a:p>
          <a:p>
            <a:pPr>
              <a:spcAft>
                <a:spcPts val="200"/>
              </a:spcAft>
            </a:pPr>
            <a:r>
              <a:rPr sz="1200" b="0">
                <a:solidFill>
                  <a:srgbClr val="5F6775"/>
                </a:solidFill>
                <a:latin typeface="Source Sans 3"/>
              </a:rPr>
              <a:t>Getting data from disk into RAM is the slow one. Once it is close to the processor, the work itself is quick.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700" b="1"/>
              <a:t>Disk is about a million times farther away than RAM.</a:t>
            </a:r>
          </a:p>
        </p:txBody>
      </p:sp>
      <p:sp>
        <p:nvSpPr>
          <p:cNvPr id="3" name="TextBox 2"/>
          <p:cNvSpPr txBox="1"/>
          <p:nvPr/>
        </p:nvSpPr>
        <p:spPr>
          <a:xfrm>
            <a:off x="685800" y="658368"/>
            <a:ext cx="5486400" cy="256032"/>
          </a:xfrm>
          <a:prstGeom prst="rect">
            <a:avLst/>
          </a:prstGeom>
          <a:noFill/>
        </p:spPr>
        <p:txBody>
          <a:bodyPr wrap="square">
            <a:spAutoFit/>
          </a:bodyPr>
          <a:lstStyle/>
          <a:p>
            <a:pPr>
              <a:spcAft>
                <a:spcPts val="600"/>
              </a:spcAft>
            </a:pPr>
            <a:r>
              <a:rPr sz="1000" b="1">
                <a:solidFill>
                  <a:srgbClr val="006C80"/>
                </a:solidFill>
                <a:latin typeface="Source Sans 3"/>
              </a:rPr>
              <a:t>THE TAKEAWAY</a:t>
            </a:r>
          </a:p>
        </p:txBody>
      </p:sp>
      <p:cxnSp>
        <p:nvCxnSpPr>
          <p:cNvPr id="4" name="Connector 3"/>
          <p:cNvCxnSpPr/>
          <p:nvPr/>
        </p:nvCxnSpPr>
        <p:spPr>
          <a:xfrm>
            <a:off x="685800" y="3127248"/>
            <a:ext cx="1325880" cy="0"/>
          </a:xfrm>
          <a:prstGeom prst="line">
            <a:avLst/>
          </a:prstGeom>
          <a:ln w="19050">
            <a:solidFill>
              <a:srgbClr val="006C8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3310128"/>
            <a:ext cx="7680960" cy="1097280"/>
          </a:xfrm>
          <a:prstGeom prst="rect">
            <a:avLst/>
          </a:prstGeom>
          <a:noFill/>
        </p:spPr>
        <p:txBody>
          <a:bodyPr wrap="square">
            <a:spAutoFit/>
          </a:bodyPr>
          <a:lstStyle/>
          <a:p>
            <a:pPr>
              <a:spcAft>
                <a:spcPts val="600"/>
              </a:spcAft>
            </a:pPr>
            <a:r>
              <a:rPr sz="1300" b="0">
                <a:latin typeface="Source Sans 3"/>
              </a:rPr>
              <a:t>The CPU reaches RAM in nanoseconds; a disk read takes milliseconds. If your data does not fit in RAM all at once, the script keeps going back to disk mid-computation — and that, far more often than a slow CPU, is what makes a job crawl.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Research computing resources</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You have a running script. What does it need?</a:t>
            </a:r>
          </a:p>
        </p:txBody>
      </p:sp>
      <p:sp>
        <p:nvSpPr>
          <p:cNvPr id="3" name="Text Placeholder 2"/>
          <p:cNvSpPr>
            <a:spLocks noGrp="1"/>
          </p:cNvSpPr>
          <p:nvPr>
            <p:ph type="body" idx="1"/>
          </p:nvPr>
        </p:nvSpPr>
        <p:spPr/>
        <p:txBody>
          <a:bodyPr wrap="square"/>
          <a:lstStyle/>
          <a:p>
            <a:pPr>
              <a:spcAft>
                <a:spcPts val="600"/>
              </a:spcAft>
            </a:pPr>
            <a:r>
              <a:rPr sz="1500" b="1">
                <a:latin typeface="Source Sans 3"/>
              </a:rPr>
              <a:t>Three resources account for almost every decision you will make.</a:t>
            </a:r>
          </a:p>
          <a:p>
            <a:pPr>
              <a:spcAft>
                <a:spcPts val="600"/>
              </a:spcAft>
            </a:pPr>
          </a:p>
          <a:p>
            <a:pPr>
              <a:spcAft>
                <a:spcPts val="600"/>
              </a:spcAft>
            </a:pPr>
            <a:r>
              <a:rPr sz="1500" b="1">
                <a:latin typeface="Source Sans 3"/>
              </a:rPr>
              <a:t>Compute time — how long it runs.</a:t>
            </a:r>
          </a:p>
          <a:p>
            <a:pPr>
              <a:spcAft>
                <a:spcPts val="600"/>
              </a:spcAft>
            </a:pPr>
            <a:r>
              <a:rPr sz="1500" b="1">
                <a:latin typeface="Source Sans 3"/>
              </a:rPr>
              <a:t>Cores — how many workers it uses at once.</a:t>
            </a:r>
          </a:p>
          <a:p>
            <a:pPr>
              <a:spcAft>
                <a:spcPts val="600"/>
              </a:spcAft>
            </a:pPr>
            <a:r>
              <a:rPr sz="1500" b="1">
                <a:latin typeface="Source Sans 3"/>
              </a:rPr>
              <a:t>RAM — how much memory it holds while running.</a:t>
            </a:r>
          </a:p>
          <a:p>
            <a:pPr>
              <a:spcAft>
                <a:spcPts val="600"/>
              </a:spcAft>
            </a:pPr>
          </a:p>
          <a:p>
            <a:pPr>
              <a:spcAft>
                <a:spcPts val="600"/>
              </a:spcAft>
            </a:pPr>
            <a:r>
              <a:rPr sz="1500" b="0">
                <a:latin typeface="Source Sans 3"/>
              </a:rPr>
              <a:t>There are others — disk space, network, GPU memory — but these three are the ones you will declare, argue about, and get wrong.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How much of each does your script use?</a:t>
            </a:r>
          </a:p>
        </p:txBody>
      </p:sp>
      <p:sp>
        <p:nvSpPr>
          <p:cNvPr id="3" name="Text Placeholder 2"/>
          <p:cNvSpPr>
            <a:spLocks noGrp="1"/>
          </p:cNvSpPr>
          <p:nvPr>
            <p:ph type="body" idx="1"/>
          </p:nvPr>
        </p:nvSpPr>
        <p:spPr/>
        <p:txBody>
          <a:bodyPr wrap="square"/>
          <a:lstStyle/>
          <a:p>
            <a:pPr>
              <a:spcAft>
                <a:spcPts val="600"/>
              </a:spcAft>
            </a:pPr>
            <a:r>
              <a:rPr sz="1600" b="1">
                <a:latin typeface="Source Sans 3"/>
              </a:rPr>
              <a:t>That is the question. And you cannot answer it by reading the code.</a:t>
            </a:r>
          </a:p>
          <a:p>
            <a:pPr>
              <a:spcAft>
                <a:spcPts val="600"/>
              </a:spcAft>
            </a:pPr>
          </a:p>
          <a:p>
            <a:pPr>
              <a:spcAft>
                <a:spcPts val="600"/>
              </a:spcAft>
            </a:pPr>
            <a:r>
              <a:rPr sz="1600" b="0">
                <a:latin typeface="Source Sans 3"/>
              </a:rPr>
              <a:t>Not from the algorithm, not from the file size, not from how long it took on your laptop last Tuesday.</a:t>
            </a:r>
          </a:p>
          <a:p>
            <a:pPr>
              <a:spcAft>
                <a:spcPts val="600"/>
              </a:spcAft>
            </a:pPr>
          </a:p>
          <a:p>
            <a:pPr>
              <a:spcAft>
                <a:spcPts val="600"/>
              </a:spcAft>
            </a:pPr>
            <a:r>
              <a:rPr sz="1600" b="1">
                <a:latin typeface="Source Sans 3"/>
              </a:rPr>
              <a:t>You have to measure it while it runs.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Profiling</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Measuring those three things is profiling</a:t>
            </a:r>
          </a:p>
        </p:txBody>
      </p:sp>
      <p:sp>
        <p:nvSpPr>
          <p:cNvPr id="3" name="Text Placeholder 2"/>
          <p:cNvSpPr>
            <a:spLocks noGrp="1"/>
          </p:cNvSpPr>
          <p:nvPr>
            <p:ph type="body" idx="1"/>
          </p:nvPr>
        </p:nvSpPr>
        <p:spPr/>
        <p:txBody>
          <a:bodyPr wrap="square"/>
          <a:lstStyle/>
          <a:p>
            <a:pPr>
              <a:spcAft>
                <a:spcPts val="600"/>
              </a:spcAft>
            </a:pPr>
            <a:r>
              <a:rPr sz="1350" b="1">
                <a:latin typeface="Source Sans 3"/>
              </a:rPr>
              <a:t>Profiling is measuring what your code actually consumes as it runs — instead of guessing.</a:t>
            </a:r>
          </a:p>
          <a:p>
            <a:pPr>
              <a:spcAft>
                <a:spcPts val="600"/>
              </a:spcAft>
            </a:pPr>
          </a:p>
          <a:p>
            <a:pPr>
              <a:spcAft>
                <a:spcPts val="600"/>
              </a:spcAft>
            </a:pPr>
            <a:r>
              <a:rPr sz="1350" b="1">
                <a:latin typeface="Source Sans 3"/>
              </a:rPr>
              <a:t>Memory profiling</a:t>
            </a:r>
          </a:p>
          <a:p>
            <a:pPr>
              <a:spcAft>
                <a:spcPts val="600"/>
              </a:spcAft>
            </a:pPr>
            <a:r>
              <a:rPr sz="1350" b="0">
                <a:latin typeface="Source Sans 3"/>
              </a:rPr>
              <a:t>Measuring how much RAM the job holds.</a:t>
            </a:r>
          </a:p>
          <a:p>
            <a:pPr>
              <a:spcAft>
                <a:spcPts val="600"/>
              </a:spcAft>
            </a:pPr>
            <a:r>
              <a:rPr sz="1350" b="1">
                <a:latin typeface="Source Sans 3"/>
              </a:rPr>
              <a:t>CPU profiling</a:t>
            </a:r>
          </a:p>
          <a:p>
            <a:pPr>
              <a:spcAft>
                <a:spcPts val="600"/>
              </a:spcAft>
            </a:pPr>
            <a:r>
              <a:rPr sz="1350" b="0">
                <a:latin typeface="Source Sans 3"/>
              </a:rPr>
              <a:t>Measuring how many cores it uses, and for how long.</a:t>
            </a:r>
          </a:p>
          <a:p>
            <a:pPr>
              <a:spcAft>
                <a:spcPts val="600"/>
              </a:spcAft>
            </a:pPr>
            <a:r>
              <a:rPr sz="1350" b="1">
                <a:latin typeface="Source Sans 3"/>
              </a:rPr>
              <a:t>Profiling</a:t>
            </a:r>
          </a:p>
          <a:p>
            <a:pPr>
              <a:spcAft>
                <a:spcPts val="600"/>
              </a:spcAft>
            </a:pPr>
            <a:r>
              <a:rPr sz="1350" b="0">
                <a:latin typeface="Source Sans 3"/>
              </a:rPr>
              <a:t>Usually just means all three at once. That is what we will do.</a:t>
            </a:r>
          </a:p>
          <a:p>
            <a:pPr>
              <a:spcAft>
                <a:spcPts val="600"/>
              </a:spcAft>
            </a:pPr>
          </a:p>
          <a:p>
            <a:pPr>
              <a:spcAft>
                <a:spcPts val="600"/>
              </a:spcAft>
            </a:pPr>
            <a:r>
              <a:rPr sz="1350" b="0">
                <a:latin typeface="Source Sans 3"/>
              </a:rPr>
              <a:t>It works whether you wrote the script or inherited it. In the work block you will profile one you have never seen.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Two terminals, one node</a:t>
            </a:r>
          </a:p>
        </p:txBody>
      </p:sp>
      <p:sp>
        <p:nvSpPr>
          <p:cNvPr id="3" name="TextBox 2"/>
          <p:cNvSpPr txBox="1"/>
          <p:nvPr/>
        </p:nvSpPr>
        <p:spPr>
          <a:xfrm>
            <a:off x="310896" y="868680"/>
            <a:ext cx="8522208" cy="310896"/>
          </a:xfrm>
          <a:prstGeom prst="rect">
            <a:avLst/>
          </a:prstGeom>
          <a:noFill/>
        </p:spPr>
        <p:txBody>
          <a:bodyPr wrap="square">
            <a:spAutoFit/>
          </a:bodyPr>
          <a:lstStyle/>
          <a:p>
            <a:pPr>
              <a:spcAft>
                <a:spcPts val="600"/>
              </a:spcAft>
            </a:pPr>
            <a:r>
              <a:rPr sz="1300" b="0">
                <a:solidFill>
                  <a:srgbClr val="5F6775"/>
                </a:solidFill>
                <a:latin typeface="Source Sans 3"/>
              </a:rPr>
              <a:t>One runs the script. The other watches it.</a:t>
            </a:r>
          </a:p>
        </p:txBody>
      </p:sp>
      <p:pic>
        <p:nvPicPr>
          <p:cNvPr id="4" name="Picture 3" descr="two-terminals.png"/>
          <p:cNvPicPr>
            <a:picLocks noChangeAspect="1"/>
          </p:cNvPicPr>
          <p:nvPr/>
        </p:nvPicPr>
        <p:blipFill>
          <a:blip r:embed="rId2"/>
          <a:stretch>
            <a:fillRect/>
          </a:stretch>
        </p:blipFill>
        <p:spPr>
          <a:xfrm>
            <a:off x="310896" y="1316736"/>
            <a:ext cx="8522208" cy="1563245"/>
          </a:xfrm>
          <a:prstGeom prst="rect">
            <a:avLst/>
          </a:prstGeom>
        </p:spPr>
      </p:pic>
      <p:sp>
        <p:nvSpPr>
          <p:cNvPr id="5" name="TextBox 4"/>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Both tools only see the machine they are on.</a:t>
            </a:r>
          </a:p>
          <a:p>
            <a:pPr>
              <a:spcAft>
                <a:spcPts val="200"/>
              </a:spcAft>
            </a:pPr>
            <a:r>
              <a:rPr sz="1200" b="0">
                <a:solidFill>
                  <a:srgbClr val="5F6775"/>
                </a:solidFill>
                <a:latin typeface="Source Sans 3"/>
              </a:rPr>
              <a:t>So the second terminal has to be on the same Yen as the first.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Why profiling matters</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Because resources are finite — and shared</a:t>
            </a:r>
          </a:p>
        </p:txBody>
      </p:sp>
      <p:sp>
        <p:nvSpPr>
          <p:cNvPr id="3" name="Text Placeholder 2"/>
          <p:cNvSpPr>
            <a:spLocks noGrp="1"/>
          </p:cNvSpPr>
          <p:nvPr>
            <p:ph type="body" idx="1"/>
          </p:nvPr>
        </p:nvSpPr>
        <p:spPr/>
        <p:txBody>
          <a:bodyPr wrap="square"/>
          <a:lstStyle/>
          <a:p>
            <a:pPr>
              <a:spcAft>
                <a:spcPts val="600"/>
              </a:spcAft>
            </a:pPr>
            <a:r>
              <a:rPr sz="1450" b="1">
                <a:latin typeface="Source Sans 3"/>
              </a:rPr>
              <a:t>Your laptop</a:t>
            </a:r>
          </a:p>
          <a:p>
            <a:pPr>
              <a:spcAft>
                <a:spcPts val="600"/>
              </a:spcAft>
            </a:pPr>
            <a:r>
              <a:rPr sz="1450" b="0">
                <a:latin typeface="Source Sans 3"/>
              </a:rPr>
              <a:t>All yours. Nobody else is competing for it. Also: small, and it sleeps.</a:t>
            </a:r>
          </a:p>
          <a:p>
            <a:pPr>
              <a:spcAft>
                <a:spcPts val="600"/>
              </a:spcAft>
            </a:pPr>
          </a:p>
          <a:p>
            <a:pPr>
              <a:spcAft>
                <a:spcPts val="600"/>
              </a:spcAft>
            </a:pPr>
            <a:r>
              <a:rPr sz="1450" b="1">
                <a:latin typeface="Source Sans 3"/>
              </a:rPr>
              <a:t>The cloud</a:t>
            </a:r>
          </a:p>
          <a:p>
            <a:pPr>
              <a:spcAft>
                <a:spcPts val="600"/>
              </a:spcAft>
            </a:pPr>
            <a:r>
              <a:rPr sz="1450" b="0">
                <a:latin typeface="Source Sans 3"/>
              </a:rPr>
              <a:t>All yours too — for rent. You pay by the hour whether you use it or not.</a:t>
            </a:r>
          </a:p>
          <a:p>
            <a:pPr>
              <a:spcAft>
                <a:spcPts val="600"/>
              </a:spcAft>
            </a:pPr>
          </a:p>
          <a:p>
            <a:pPr>
              <a:spcAft>
                <a:spcPts val="600"/>
              </a:spcAft>
            </a:pPr>
            <a:r>
              <a:rPr sz="1450" b="1">
                <a:latin typeface="Source Sans 3"/>
              </a:rPr>
              <a:t>The Yens</a:t>
            </a:r>
          </a:p>
          <a:p>
            <a:pPr>
              <a:spcAft>
                <a:spcPts val="600"/>
              </a:spcAft>
            </a:pPr>
            <a:r>
              <a:rPr sz="1450" b="0">
                <a:latin typeface="Source Sans 3"/>
              </a:rPr>
              <a:t>"Free" to you, and **shared** with everyone else doing research at the GSB. Which makes being a good citizen an actual technical skill, not a nicety.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What being a good citizen means in practice</a:t>
            </a:r>
          </a:p>
        </p:txBody>
      </p:sp>
      <p:sp>
        <p:nvSpPr>
          <p:cNvPr id="3" name="Text Placeholder 2"/>
          <p:cNvSpPr>
            <a:spLocks noGrp="1"/>
          </p:cNvSpPr>
          <p:nvPr>
            <p:ph type="body" idx="1"/>
          </p:nvPr>
        </p:nvSpPr>
        <p:spPr/>
        <p:txBody>
          <a:bodyPr wrap="square"/>
          <a:lstStyle/>
          <a:p>
            <a:pPr>
              <a:spcAft>
                <a:spcPts val="600"/>
              </a:spcAft>
            </a:pPr>
            <a:r>
              <a:rPr sz="1500" b="1">
                <a:latin typeface="Source Sans 3"/>
              </a:rPr>
              <a:t>It means you know what your code needs before you ask for it.</a:t>
            </a:r>
          </a:p>
          <a:p>
            <a:pPr>
              <a:spcAft>
                <a:spcPts val="600"/>
              </a:spcAft>
            </a:pPr>
          </a:p>
          <a:p>
            <a:pPr>
              <a:spcAft>
                <a:spcPts val="600"/>
              </a:spcAft>
            </a:pPr>
            <a:r>
              <a:rPr sz="1500" b="0">
                <a:latin typeface="Source Sans 3"/>
              </a:rPr>
              <a:t>Is this a 2-hour job or a 2-week job?</a:t>
            </a:r>
          </a:p>
          <a:p>
            <a:pPr>
              <a:spcAft>
                <a:spcPts val="600"/>
              </a:spcAft>
            </a:pPr>
            <a:r>
              <a:rPr sz="1500" b="0">
                <a:latin typeface="Source Sans 3"/>
              </a:rPr>
              <a:t>Does it want 10 cores or 200?</a:t>
            </a:r>
          </a:p>
          <a:p>
            <a:pPr>
              <a:spcAft>
                <a:spcPts val="600"/>
              </a:spcAft>
            </a:pPr>
            <a:r>
              <a:rPr sz="1500" b="0">
                <a:latin typeface="Source Sans 3"/>
              </a:rPr>
              <a:t>Can the problem be broken into parts and run in parallel to finish sooner?</a:t>
            </a:r>
          </a:p>
          <a:p>
            <a:pPr>
              <a:spcAft>
                <a:spcPts val="600"/>
              </a:spcAft>
            </a:pPr>
            <a:r>
              <a:rPr sz="1500" b="0">
                <a:latin typeface="Source Sans 3"/>
              </a:rPr>
              <a:t>Are you actually using what you asked for — or holding it idle?</a:t>
            </a:r>
          </a:p>
          <a:p>
            <a:pPr>
              <a:spcAft>
                <a:spcPts val="600"/>
              </a:spcAft>
            </a:pPr>
          </a:p>
          <a:p>
            <a:pPr>
              <a:spcAft>
                <a:spcPts val="600"/>
              </a:spcAft>
            </a:pPr>
            <a:r>
              <a:rPr sz="1500" b="1">
                <a:latin typeface="Source Sans 3"/>
              </a:rPr>
              <a:t>Every one of those is a measurement, not an opinion.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Getting it wrong costs, in both directions</a:t>
            </a:r>
          </a:p>
        </p:txBody>
      </p:sp>
      <p:sp>
        <p:nvSpPr>
          <p:cNvPr id="3" name="Text Placeholder 2"/>
          <p:cNvSpPr>
            <a:spLocks noGrp="1"/>
          </p:cNvSpPr>
          <p:nvPr>
            <p:ph type="body" idx="1"/>
          </p:nvPr>
        </p:nvSpPr>
        <p:spPr/>
        <p:txBody>
          <a:bodyPr wrap="square"/>
          <a:lstStyle/>
          <a:p>
            <a:pPr>
              <a:spcAft>
                <a:spcPts val="600"/>
              </a:spcAft>
            </a:pPr>
            <a:r>
              <a:rPr sz="1450" b="1">
                <a:latin typeface="Source Sans 3"/>
              </a:rPr>
              <a:t>Ask for too much</a:t>
            </a:r>
          </a:p>
          <a:p>
            <a:pPr>
              <a:spcAft>
                <a:spcPts val="600"/>
              </a:spcAft>
            </a:pPr>
            <a:r>
              <a:rPr sz="1450" b="0">
                <a:latin typeface="Source Sans 3"/>
              </a:rPr>
              <a:t>You wait longer in the queue, because a big request is harder to schedule. And once it starts you hold cores and memory you never touch — which nobody else can use.</a:t>
            </a:r>
          </a:p>
          <a:p>
            <a:pPr>
              <a:spcAft>
                <a:spcPts val="600"/>
              </a:spcAft>
            </a:pPr>
          </a:p>
          <a:p>
            <a:pPr>
              <a:spcAft>
                <a:spcPts val="600"/>
              </a:spcAft>
            </a:pPr>
            <a:r>
              <a:rPr sz="1450" b="1">
                <a:latin typeface="Source Sans 3"/>
              </a:rPr>
              <a:t>Ask for too little</a:t>
            </a:r>
          </a:p>
          <a:p>
            <a:pPr>
              <a:spcAft>
                <a:spcPts val="600"/>
              </a:spcAft>
            </a:pPr>
            <a:r>
              <a:rPr sz="1450" b="0">
                <a:latin typeface="Source Sans 3"/>
              </a:rPr>
              <a:t>The job hits the ceiling you declared and gets killed partway through. You queued, you waited, and you have nothing to show.</a:t>
            </a:r>
          </a:p>
          <a:p>
            <a:pPr>
              <a:spcAft>
                <a:spcPts val="600"/>
              </a:spcAft>
            </a:pPr>
          </a:p>
          <a:p>
            <a:pPr>
              <a:spcAft>
                <a:spcPts val="600"/>
              </a:spcAft>
            </a:pPr>
            <a:r>
              <a:rPr sz="1450" b="1">
                <a:latin typeface="Source Sans 3"/>
              </a:rPr>
              <a:t>Measure first, and you ask for roughly what you use.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Three ways to size a request</a:t>
            </a:r>
          </a:p>
        </p:txBody>
      </p:sp>
      <p:pic>
        <p:nvPicPr>
          <p:cNvPr id="3" name="Picture 2" descr="size-a-request.png"/>
          <p:cNvPicPr>
            <a:picLocks noChangeAspect="1"/>
          </p:cNvPicPr>
          <p:nvPr/>
        </p:nvPicPr>
        <p:blipFill>
          <a:blip r:embed="rId2"/>
          <a:stretch>
            <a:fillRect/>
          </a:stretch>
        </p:blipFill>
        <p:spPr>
          <a:xfrm>
            <a:off x="310896" y="1051560"/>
            <a:ext cx="8522208" cy="3191998"/>
          </a:xfrm>
          <a:prstGeom prst="rect">
            <a:avLst/>
          </a:prstGeom>
        </p:spPr>
      </p:pic>
      <p:sp>
        <p:nvSpPr>
          <p:cNvPr id="4" name="TextBox 3"/>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Only the third one is doing your research a favour.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Two situations</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88920"/>
            <a:ext cx="7863840" cy="365760"/>
          </a:xfrm>
          <a:prstGeom prst="rect">
            <a:avLst/>
          </a:prstGeom>
          <a:noFill/>
        </p:spPr>
        <p:txBody>
          <a:bodyPr wrap="square">
            <a:spAutoFit/>
          </a:bodyPr>
          <a:lstStyle/>
          <a:p>
            <a:pPr>
              <a:spcAft>
                <a:spcPts val="600"/>
              </a:spcAft>
            </a:pPr>
            <a:r>
              <a:rPr sz="1300" b="0">
                <a:solidFill>
                  <a:srgbClr val="5F6775"/>
                </a:solidFill>
                <a:latin typeface="Source Sans 3"/>
              </a:rPr>
              <a:t>The same inherited script, two different mornings.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Situation 1 — the script you inherited</a:t>
            </a:r>
          </a:p>
        </p:txBody>
      </p:sp>
      <p:sp>
        <p:nvSpPr>
          <p:cNvPr id="3" name="Text Placeholder 2"/>
          <p:cNvSpPr>
            <a:spLocks noGrp="1"/>
          </p:cNvSpPr>
          <p:nvPr>
            <p:ph type="body" idx="1"/>
          </p:nvPr>
        </p:nvSpPr>
        <p:spPr/>
        <p:txBody>
          <a:bodyPr wrap="square"/>
          <a:lstStyle/>
          <a:p>
            <a:pPr>
              <a:spcAft>
                <a:spcPts val="600"/>
              </a:spcAft>
            </a:pPr>
            <a:r>
              <a:rPr sz="1400" b="1">
                <a:latin typeface="Source Sans 3"/>
              </a:rPr>
              <a:t>Your PI hands you a script from a PhD student who graduated. "Run this, then extend the analysis."</a:t>
            </a:r>
          </a:p>
          <a:p>
            <a:pPr>
              <a:spcAft>
                <a:spcPts val="600"/>
              </a:spcAft>
            </a:pPr>
          </a:p>
          <a:p>
            <a:pPr>
              <a:spcAft>
                <a:spcPts val="600"/>
              </a:spcAft>
            </a:pPr>
            <a:r>
              <a:rPr sz="1400" b="0">
                <a:latin typeface="Source Sans 3"/>
              </a:rPr>
              <a:t>1 · Copy it to the Yens</a:t>
            </a:r>
          </a:p>
          <a:p>
            <a:pPr>
              <a:spcAft>
                <a:spcPts val="600"/>
              </a:spcAft>
            </a:pPr>
            <a:r>
              <a:rPr sz="1400" b="0">
                <a:latin typeface="Source Sans 3"/>
              </a:rPr>
              <a:t>2 · Profile it on an interactive Yen</a:t>
            </a:r>
          </a:p>
          <a:p>
            <a:pPr>
              <a:spcAft>
                <a:spcPts val="600"/>
              </a:spcAft>
            </a:pPr>
            <a:r>
              <a:rPr sz="1400" b="0">
                <a:latin typeface="Source Sans 3"/>
              </a:rPr>
              <a:t>3 · It measures 10 GB of RAM, 25 cores, 5 hours</a:t>
            </a:r>
          </a:p>
          <a:p>
            <a:pPr>
              <a:spcAft>
                <a:spcPts val="600"/>
              </a:spcAft>
            </a:pPr>
            <a:r>
              <a:rPr sz="1400" b="0">
                <a:latin typeface="Source Sans 3"/>
              </a:rPr>
              <a:t>4 · You run it right there on the interactive Yen — and sit watching the output for five hours, hoping your connection does not drop</a:t>
            </a:r>
          </a:p>
          <a:p>
            <a:pPr>
              <a:spcAft>
                <a:spcPts val="600"/>
              </a:spcAft>
            </a:pPr>
          </a:p>
          <a:p>
            <a:pPr>
              <a:spcAft>
                <a:spcPts val="600"/>
              </a:spcAft>
            </a:pPr>
            <a:r>
              <a:rPr sz="1400" b="1">
                <a:latin typeface="Source Sans 3"/>
              </a:rPr>
              <a:t>Step 4 is the problem. Nothing about it is wrong except everything.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Situation 2 — same script, worse morning</a:t>
            </a:r>
          </a:p>
        </p:txBody>
      </p:sp>
      <p:sp>
        <p:nvSpPr>
          <p:cNvPr id="3" name="Text Placeholder 2"/>
          <p:cNvSpPr>
            <a:spLocks noGrp="1"/>
          </p:cNvSpPr>
          <p:nvPr>
            <p:ph type="body" idx="1"/>
          </p:nvPr>
        </p:nvSpPr>
        <p:spPr/>
        <p:txBody>
          <a:bodyPr wrap="square"/>
          <a:lstStyle/>
          <a:p>
            <a:pPr>
              <a:spcAft>
                <a:spcPts val="600"/>
              </a:spcAft>
            </a:pPr>
            <a:r>
              <a:rPr sz="1400" b="1">
                <a:latin typeface="Source Sans 3"/>
              </a:rPr>
              <a:t>Same script, same instruction.</a:t>
            </a:r>
          </a:p>
          <a:p>
            <a:pPr>
              <a:spcAft>
                <a:spcPts val="600"/>
              </a:spcAft>
            </a:pPr>
          </a:p>
          <a:p>
            <a:pPr>
              <a:spcAft>
                <a:spcPts val="600"/>
              </a:spcAft>
            </a:pPr>
            <a:r>
              <a:rPr sz="1400" b="0">
                <a:latin typeface="Source Sans 3"/>
              </a:rPr>
              <a:t>1 · Copy it to the Yens</a:t>
            </a:r>
          </a:p>
          <a:p>
            <a:pPr>
              <a:spcAft>
                <a:spcPts val="600"/>
              </a:spcAft>
            </a:pPr>
            <a:r>
              <a:rPr sz="1400" b="0">
                <a:latin typeface="Source Sans 3"/>
              </a:rPr>
              <a:t>2 · Profile it on an interactive Yen — and partway through it gets **killed** for exceeding the per-user memory limit</a:t>
            </a:r>
          </a:p>
          <a:p>
            <a:pPr>
              <a:spcAft>
                <a:spcPts val="600"/>
              </a:spcAft>
            </a:pPr>
            <a:r>
              <a:rPr sz="1400" b="0">
                <a:latin typeface="Source Sans 3"/>
              </a:rPr>
              <a:t>3 · You scale the input down to 10% of the data and profile again. This time it runs: 10 GB of RAM, 1 core, 1 hour</a:t>
            </a:r>
          </a:p>
          <a:p>
            <a:pPr>
              <a:spcAft>
                <a:spcPts val="600"/>
              </a:spcAft>
            </a:pPr>
          </a:p>
          <a:p>
            <a:pPr>
              <a:spcAft>
                <a:spcPts val="600"/>
              </a:spcAft>
            </a:pPr>
            <a:r>
              <a:rPr sz="1400" b="1">
                <a:latin typeface="Source Sans 3"/>
              </a:rPr>
              <a:t>But that is a tenth of the data.</a:t>
            </a:r>
          </a:p>
          <a:p>
            <a:pPr>
              <a:spcAft>
                <a:spcPts val="600"/>
              </a:spcAft>
            </a:pPr>
            <a:r>
              <a:rPr sz="1400" b="0">
                <a:latin typeface="Source Sans 3"/>
              </a:rPr>
              <a:t>So what do you actually ask for?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The correct way, both times</a:t>
            </a:r>
          </a:p>
        </p:txBody>
      </p:sp>
      <p:sp>
        <p:nvSpPr>
          <p:cNvPr id="3" name="Text Placeholder 2"/>
          <p:cNvSpPr>
            <a:spLocks noGrp="1"/>
          </p:cNvSpPr>
          <p:nvPr>
            <p:ph type="body" idx="1"/>
          </p:nvPr>
        </p:nvSpPr>
        <p:spPr/>
        <p:txBody>
          <a:bodyPr wrap="square"/>
          <a:lstStyle/>
          <a:p>
            <a:pPr>
              <a:spcAft>
                <a:spcPts val="600"/>
              </a:spcAft>
            </a:pPr>
            <a:r>
              <a:rPr sz="1400" b="1">
                <a:latin typeface="Source Sans 3"/>
              </a:rPr>
              <a:t>Stop running it on the interactive Yen. Submit it to yen-slurm.</a:t>
            </a:r>
          </a:p>
          <a:p>
            <a:pPr>
              <a:spcAft>
                <a:spcPts val="600"/>
              </a:spcAft>
            </a:pPr>
          </a:p>
          <a:p>
            <a:pPr>
              <a:spcAft>
                <a:spcPts val="600"/>
              </a:spcAft>
            </a:pPr>
            <a:r>
              <a:rPr sz="1400" b="1">
                <a:latin typeface="Source Sans 3"/>
              </a:rPr>
              <a:t>Situation 1 — you measured the real thing</a:t>
            </a:r>
          </a:p>
          <a:p>
            <a:pPr>
              <a:spcAft>
                <a:spcPts val="600"/>
              </a:spcAft>
            </a:pPr>
            <a:r>
              <a:rPr sz="1400" b="0">
                <a:latin typeface="Source Sans 3"/>
              </a:rPr>
              <a:t>Ask for 10 GB, 25 cores, 5 hours.</a:t>
            </a:r>
          </a:p>
          <a:p>
            <a:pPr>
              <a:spcAft>
                <a:spcPts val="600"/>
              </a:spcAft>
            </a:pPr>
          </a:p>
          <a:p>
            <a:pPr>
              <a:spcAft>
                <a:spcPts val="600"/>
              </a:spcAft>
            </a:pPr>
            <a:r>
              <a:rPr sz="1400" b="1">
                <a:latin typeface="Source Sans 3"/>
              </a:rPr>
              <a:t>Situation 2 — you measured a tenth, so scale the estimate</a:t>
            </a:r>
          </a:p>
          <a:p>
            <a:pPr>
              <a:spcAft>
                <a:spcPts val="600"/>
              </a:spcAft>
            </a:pPr>
            <a:r>
              <a:rPr sz="1400" b="0">
                <a:latin typeface="Source Sans 3"/>
              </a:rPr>
              <a:t>Ask for 100 GB, 1 core, 10 hours.</a:t>
            </a:r>
          </a:p>
          <a:p>
            <a:pPr>
              <a:spcAft>
                <a:spcPts val="600"/>
              </a:spcAft>
            </a:pPr>
          </a:p>
          <a:p>
            <a:pPr>
              <a:spcAft>
                <a:spcPts val="600"/>
              </a:spcAft>
            </a:pPr>
            <a:r>
              <a:rPr sz="1400" b="1">
                <a:latin typeface="Source Sans 3"/>
              </a:rPr>
              <a:t>Then close your laptop and walk away.</a:t>
            </a:r>
          </a:p>
          <a:p>
            <a:pPr>
              <a:spcAft>
                <a:spcPts val="600"/>
              </a:spcAft>
            </a:pPr>
            <a:r>
              <a:rPr sz="1400" b="0">
                <a:latin typeface="Source Sans 3"/>
              </a:rPr>
              <a:t>Work on another part of the project. Have lunch. Take a nap. The job does not need you in the room.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It is subtler than multiplying by ten</a:t>
            </a:r>
          </a:p>
        </p:txBody>
      </p:sp>
      <p:sp>
        <p:nvSpPr>
          <p:cNvPr id="3" name="Text Placeholder 2"/>
          <p:cNvSpPr>
            <a:spLocks noGrp="1"/>
          </p:cNvSpPr>
          <p:nvPr>
            <p:ph type="body" idx="1"/>
          </p:nvPr>
        </p:nvSpPr>
        <p:spPr/>
        <p:txBody>
          <a:bodyPr wrap="square"/>
          <a:lstStyle/>
          <a:p>
            <a:pPr>
              <a:spcAft>
                <a:spcPts val="600"/>
              </a:spcAft>
            </a:pPr>
            <a:r>
              <a:rPr sz="1450" b="1">
                <a:latin typeface="Source Sans 3"/>
              </a:rPr>
              <a:t>Not all code scales linearly.</a:t>
            </a:r>
          </a:p>
          <a:p>
            <a:pPr>
              <a:spcAft>
                <a:spcPts val="600"/>
              </a:spcAft>
            </a:pPr>
            <a:r>
              <a:rPr sz="1450" b="0">
                <a:latin typeface="Source Sans 3"/>
              </a:rPr>
              <a:t>Ten times the data is not always ten times the memory, and almost never ten times the time. Sometimes it is worse than linear.</a:t>
            </a:r>
          </a:p>
          <a:p>
            <a:pPr>
              <a:spcAft>
                <a:spcPts val="600"/>
              </a:spcAft>
            </a:pPr>
          </a:p>
          <a:p>
            <a:pPr>
              <a:spcAft>
                <a:spcPts val="600"/>
              </a:spcAft>
            </a:pPr>
            <a:r>
              <a:rPr sz="1450" b="1">
                <a:latin typeface="Source Sans 3"/>
              </a:rPr>
              <a:t>And the estimate is not the only lever.</a:t>
            </a:r>
          </a:p>
          <a:p>
            <a:pPr>
              <a:spcAft>
                <a:spcPts val="600"/>
              </a:spcAft>
            </a:pPr>
            <a:r>
              <a:rPr sz="1450" b="0">
                <a:latin typeface="Source Sans 3"/>
              </a:rPr>
              <a:t>Maybe the right move is to rewrite the script to use more cores and less RAM. Maybe it is to break the work into independent pieces and run them at the same time.</a:t>
            </a:r>
          </a:p>
          <a:p>
            <a:pPr>
              <a:spcAft>
                <a:spcPts val="600"/>
              </a:spcAft>
            </a:pPr>
          </a:p>
          <a:p>
            <a:pPr>
              <a:spcAft>
                <a:spcPts val="600"/>
              </a:spcAft>
            </a:pPr>
            <a:r>
              <a:rPr sz="1450" b="1">
                <a:latin typeface="Source Sans 3"/>
              </a:rPr>
              <a:t>That second idea is Part 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Slurm</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What Slurm gives you</a:t>
            </a:r>
          </a:p>
        </p:txBody>
      </p:sp>
      <p:sp>
        <p:nvSpPr>
          <p:cNvPr id="3" name="Text Placeholder 2"/>
          <p:cNvSpPr>
            <a:spLocks noGrp="1"/>
          </p:cNvSpPr>
          <p:nvPr>
            <p:ph type="body" idx="1"/>
          </p:nvPr>
        </p:nvSpPr>
        <p:spPr/>
        <p:txBody>
          <a:bodyPr wrap="square"/>
          <a:lstStyle/>
          <a:p>
            <a:pPr>
              <a:spcAft>
                <a:spcPts val="600"/>
              </a:spcAft>
            </a:pPr>
            <a:r>
              <a:rPr sz="1400" b="1">
                <a:latin typeface="Source Sans 3"/>
              </a:rPr>
              <a:t>A queue, and then a machine that is yours.</a:t>
            </a:r>
          </a:p>
          <a:p>
            <a:pPr>
              <a:spcAft>
                <a:spcPts val="600"/>
              </a:spcAft>
            </a:pPr>
          </a:p>
          <a:p>
            <a:pPr>
              <a:spcAft>
                <a:spcPts val="600"/>
              </a:spcAft>
            </a:pPr>
            <a:r>
              <a:rPr sz="1400" b="1">
                <a:latin typeface="Source Sans 3"/>
              </a:rPr>
              <a:t>More resources than interactive.</a:t>
            </a:r>
          </a:p>
          <a:p>
            <a:pPr>
              <a:spcAft>
                <a:spcPts val="600"/>
              </a:spcAft>
            </a:pPr>
            <a:r>
              <a:rPr sz="1400" b="0">
                <a:latin typeface="Source Sans 3"/>
              </a:rPr>
              <a:t>The limits that killed the job in Situation 2 are interactive limits. Batch nodes are bigger.</a:t>
            </a:r>
          </a:p>
          <a:p>
            <a:pPr>
              <a:spcAft>
                <a:spcPts val="600"/>
              </a:spcAft>
            </a:pPr>
          </a:p>
          <a:p>
            <a:pPr>
              <a:spcAft>
                <a:spcPts val="600"/>
              </a:spcAft>
            </a:pPr>
            <a:r>
              <a:rPr sz="1400" b="1">
                <a:latin typeface="Source Sans 3"/>
              </a:rPr>
              <a:t>And they are yours while the job runs.</a:t>
            </a:r>
          </a:p>
          <a:p>
            <a:pPr>
              <a:spcAft>
                <a:spcPts val="600"/>
              </a:spcAft>
            </a:pPr>
            <a:r>
              <a:rPr sz="1400" b="0">
                <a:latin typeface="Source Sans 3"/>
              </a:rPr>
              <a:t>Dedicated cores and memory — nobody else competing, nobody else's job slowing yours.</a:t>
            </a:r>
          </a:p>
          <a:p>
            <a:pPr>
              <a:spcAft>
                <a:spcPts val="600"/>
              </a:spcAft>
            </a:pPr>
          </a:p>
          <a:p>
            <a:pPr>
              <a:spcAft>
                <a:spcPts val="600"/>
              </a:spcAft>
            </a:pPr>
            <a:r>
              <a:rPr sz="1400" b="1">
                <a:latin typeface="Source Sans 3"/>
              </a:rPr>
              <a:t>The price: you have to say what you need up front.</a:t>
            </a:r>
          </a:p>
          <a:p>
            <a:pPr>
              <a:spcAft>
                <a:spcPts val="600"/>
              </a:spcAft>
            </a:pPr>
            <a:r>
              <a:rPr sz="1400" b="0">
                <a:latin typeface="Source Sans 3"/>
              </a:rPr>
              <a:t>Which is why the whole morning has been about measuring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Where a job goes</a:t>
            </a:r>
          </a:p>
        </p:txBody>
      </p:sp>
      <p:sp>
        <p:nvSpPr>
          <p:cNvPr id="3" name="TextBox 2"/>
          <p:cNvSpPr txBox="1"/>
          <p:nvPr/>
        </p:nvSpPr>
        <p:spPr>
          <a:xfrm>
            <a:off x="310896" y="868680"/>
            <a:ext cx="8522208" cy="310896"/>
          </a:xfrm>
          <a:prstGeom prst="rect">
            <a:avLst/>
          </a:prstGeom>
          <a:noFill/>
        </p:spPr>
        <p:txBody>
          <a:bodyPr wrap="square">
            <a:spAutoFit/>
          </a:bodyPr>
          <a:lstStyle/>
          <a:p>
            <a:pPr>
              <a:spcAft>
                <a:spcPts val="600"/>
              </a:spcAft>
            </a:pPr>
            <a:r>
              <a:rPr sz="1300" b="0">
                <a:solidFill>
                  <a:srgbClr val="5F6775"/>
                </a:solidFill>
                <a:latin typeface="Source Sans 3"/>
              </a:rPr>
              <a:t>You submit from a shared interactive Yen. Slurm finds you a compute node.</a:t>
            </a:r>
          </a:p>
        </p:txBody>
      </p:sp>
      <p:pic>
        <p:nvPicPr>
          <p:cNvPr id="4" name="Picture 3" descr="slurm-submit.png"/>
          <p:cNvPicPr>
            <a:picLocks noChangeAspect="1"/>
          </p:cNvPicPr>
          <p:nvPr/>
        </p:nvPicPr>
        <p:blipFill>
          <a:blip r:embed="rId2"/>
          <a:stretch>
            <a:fillRect/>
          </a:stretch>
        </p:blipFill>
        <p:spPr>
          <a:xfrm>
            <a:off x="310896" y="1316736"/>
            <a:ext cx="8522208" cy="1196939"/>
          </a:xfrm>
          <a:prstGeom prst="rect">
            <a:avLst/>
          </a:prstGeom>
        </p:spPr>
      </p:pic>
      <p:sp>
        <p:nvSpPr>
          <p:cNvPr id="5" name="TextBox 4"/>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You are not asking for a computer.</a:t>
            </a:r>
          </a:p>
          <a:p>
            <a:pPr>
              <a:spcAft>
                <a:spcPts val="200"/>
              </a:spcAft>
            </a:pPr>
            <a:r>
              <a:rPr sz="1200" b="0">
                <a:solidFill>
                  <a:srgbClr val="5F6775"/>
                </a:solidFill>
                <a:latin typeface="Source Sans 3"/>
              </a:rPr>
              <a:t>You are asking for a slice of cores, for a span of time.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The lifecycle of a job</a:t>
            </a:r>
          </a:p>
        </p:txBody>
      </p:sp>
      <p:pic>
        <p:nvPicPr>
          <p:cNvPr id="3" name="Picture 2" descr="job-lifecycle.gif"/>
          <p:cNvPicPr>
            <a:picLocks noChangeAspect="1"/>
          </p:cNvPicPr>
          <p:nvPr/>
        </p:nvPicPr>
        <p:blipFill>
          <a:blip r:embed="rId2"/>
          <a:stretch>
            <a:fillRect/>
          </a:stretch>
        </p:blipFill>
        <p:spPr>
          <a:xfrm>
            <a:off x="310896" y="1051560"/>
            <a:ext cx="8522208" cy="1356958"/>
          </a:xfrm>
          <a:prstGeom prst="rect">
            <a:avLst/>
          </a:prstGeom>
        </p:spPr>
      </p:pic>
      <p:sp>
        <p:nvSpPr>
          <p:cNvPr id="4" name="TextBox 3"/>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PD means queued and waiting for a node. R means running.</a:t>
            </a:r>
          </a:p>
          <a:p>
            <a:pPr>
              <a:spcAft>
                <a:spcPts val="200"/>
              </a:spcAft>
            </a:pPr>
            <a:r>
              <a:rPr sz="1200" b="0">
                <a:solidFill>
                  <a:srgbClr val="5F6775"/>
                </a:solidFill>
                <a:latin typeface="Source Sans 3"/>
              </a:rPr>
              <a:t>When it finishes, what it printed is waiting for you in logs/.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Where this morning fits</a:t>
            </a:r>
          </a:p>
        </p:txBody>
      </p:sp>
      <p:pic>
        <p:nvPicPr>
          <p:cNvPr id="3" name="Picture 2" descr="day2-map.png"/>
          <p:cNvPicPr>
            <a:picLocks noChangeAspect="1"/>
          </p:cNvPicPr>
          <p:nvPr/>
        </p:nvPicPr>
        <p:blipFill>
          <a:blip r:embed="rId2"/>
          <a:stretch>
            <a:fillRect/>
          </a:stretch>
        </p:blipFill>
        <p:spPr>
          <a:xfrm>
            <a:off x="310896" y="1051560"/>
            <a:ext cx="8522208" cy="1873584"/>
          </a:xfrm>
          <a:prstGeom prst="rect">
            <a:avLst/>
          </a:prstGeom>
        </p:spPr>
      </p:pic>
      <p:sp>
        <p:nvSpPr>
          <p:cNvPr id="4" name="TextBox 3"/>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Part 1 is steps 1 to 3. Part 2 is 4 and 5 — and it runs on the numbers you write down this morning.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Lab Time.</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88920"/>
            <a:ext cx="7863840" cy="365760"/>
          </a:xfrm>
          <a:prstGeom prst="rect">
            <a:avLst/>
          </a:prstGeom>
          <a:noFill/>
        </p:spPr>
        <p:txBody>
          <a:bodyPr wrap="square">
            <a:spAutoFit/>
          </a:bodyPr>
          <a:lstStyle/>
          <a:p>
            <a:pPr>
              <a:spcAft>
                <a:spcPts val="600"/>
              </a:spcAft>
            </a:pPr>
            <a:r>
              <a:rPr sz="1300" b="0">
                <a:solidFill>
                  <a:srgbClr val="5F6775"/>
                </a:solidFill>
                <a:latin typeface="Source Sans 3"/>
              </a:rPr>
              <a:t>Part 1 · 9:20–10:30 · work at your own pace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Your Goals — Part 1</a:t>
            </a:r>
          </a:p>
        </p:txBody>
      </p:sp>
      <p:sp>
        <p:nvSpPr>
          <p:cNvPr id="3" name="Text Placeholder 2"/>
          <p:cNvSpPr>
            <a:spLocks noGrp="1"/>
          </p:cNvSpPr>
          <p:nvPr>
            <p:ph type="body" idx="1"/>
          </p:nvPr>
        </p:nvSpPr>
        <p:spPr/>
        <p:txBody>
          <a:bodyPr wrap="square"/>
          <a:lstStyle/>
          <a:p>
            <a:pPr>
              <a:spcAft>
                <a:spcPts val="600"/>
              </a:spcAft>
            </a:pPr>
            <a:r>
              <a:rPr sz="1400" b="0">
                <a:latin typeface="Source Sans 3"/>
              </a:rPr>
              <a:t>Profile a script you have never seen</a:t>
            </a:r>
          </a:p>
          <a:p>
            <a:pPr>
              <a:spcAft>
                <a:spcPts val="600"/>
              </a:spcAft>
            </a:pPr>
            <a:r>
              <a:rPr sz="1400" b="0">
                <a:latin typeface="Source Sans 3"/>
              </a:rPr>
              <a:t>Write the resources down — time, cores, RAM</a:t>
            </a:r>
          </a:p>
          <a:p>
            <a:pPr>
              <a:spcAft>
                <a:spcPts val="600"/>
              </a:spcAft>
            </a:pPr>
            <a:r>
              <a:rPr sz="1400" b="0">
                <a:latin typeface="Source Sans 3"/>
              </a:rPr>
              <a:t>Submit a Slurm job</a:t>
            </a:r>
          </a:p>
          <a:p>
            <a:pPr>
              <a:spcAft>
                <a:spcPts val="600"/>
              </a:spcAft>
            </a:pPr>
            <a:r>
              <a:rPr sz="1400" b="0">
                <a:latin typeface="Source Sans 3"/>
              </a:rPr>
              <a:t>Read its log</a:t>
            </a:r>
          </a:p>
          <a:p>
            <a:pPr>
              <a:spcAft>
                <a:spcPts val="600"/>
              </a:spcAft>
            </a:pPr>
          </a:p>
          <a:p>
            <a:pPr>
              <a:spcAft>
                <a:spcPts val="600"/>
              </a:spcAft>
            </a:pPr>
            <a:r>
              <a:rPr sz="1400" b="1">
                <a:latin typeface="Source Sans 3"/>
              </a:rPr>
              <a:t>Find the lab materials at: darc.stanford.edu/class</a:t>
            </a:r>
          </a:p>
          <a:p>
            <a:pPr>
              <a:spcAft>
                <a:spcPts val="600"/>
              </a:spcAft>
            </a:pPr>
          </a:p>
          <a:p>
            <a:pPr>
              <a:spcAft>
                <a:spcPts val="600"/>
              </a:spcAft>
            </a:pPr>
            <a:r>
              <a:rPr sz="1400" b="1">
                <a:latin typeface="Source Sans 3"/>
              </a:rPr>
              <a:t>New to the terminal?</a:t>
            </a:r>
          </a:p>
          <a:p>
            <a:pPr>
              <a:spcAft>
                <a:spcPts val="600"/>
              </a:spcAft>
            </a:pPr>
            <a:r>
              <a:rPr sz="1400" b="0">
                <a:latin typeface="Source Sans 3"/>
              </a:rPr>
              <a:t>Getting through the profiling exercises is a good morning. Ask early — that is what we are here for.</a:t>
            </a:r>
          </a:p>
          <a:p>
            <a:pPr>
              <a:spcAft>
                <a:spcPts val="600"/>
              </a:spcAft>
            </a:pPr>
            <a:r>
              <a:rPr sz="1400" b="1">
                <a:latin typeface="Source Sans 3"/>
              </a:rPr>
              <a:t>Done already?</a:t>
            </a:r>
          </a:p>
          <a:p>
            <a:pPr>
              <a:spcAft>
                <a:spcPts val="600"/>
              </a:spcAft>
            </a:pPr>
            <a:r>
              <a:rPr sz="1400" b="0">
                <a:latin typeface="Source Sans 3"/>
              </a:rPr>
              <a:t>Check whether anyone at your table is stuck before you start the bonus material.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Checkpoint — Part 1</a:t>
            </a:r>
          </a:p>
        </p:txBody>
      </p:sp>
      <p:sp>
        <p:nvSpPr>
          <p:cNvPr id="3" name="Text Placeholder 2"/>
          <p:cNvSpPr>
            <a:spLocks noGrp="1"/>
          </p:cNvSpPr>
          <p:nvPr>
            <p:ph type="body" idx="1"/>
          </p:nvPr>
        </p:nvSpPr>
        <p:spPr/>
        <p:txBody>
          <a:bodyPr wrap="square"/>
          <a:lstStyle/>
          <a:p>
            <a:pPr>
              <a:spcAft>
                <a:spcPts val="600"/>
              </a:spcAft>
            </a:pPr>
            <a:r>
              <a:rPr sz="1300" b="1">
                <a:latin typeface="Source Sans 3"/>
              </a:rPr>
              <a:t>Everyone should have reached</a:t>
            </a:r>
          </a:p>
          <a:p>
            <a:pPr>
              <a:spcAft>
                <a:spcPts val="600"/>
              </a:spcAft>
            </a:pPr>
            <a:r>
              <a:rPr sz="1300" b="0">
                <a:latin typeface="Source Sans 3"/>
              </a:rPr>
              <a:t>Profiled the mystery script (two terminals)</a:t>
            </a:r>
          </a:p>
          <a:p>
            <a:pPr>
              <a:spcAft>
                <a:spcPts val="600"/>
              </a:spcAft>
            </a:pPr>
            <a:r>
              <a:rPr sz="1300" b="0">
                <a:latin typeface="Source Sans 3"/>
              </a:rPr>
              <a:t>Profiled the batch script on 10 filings</a:t>
            </a:r>
          </a:p>
          <a:p>
            <a:pPr>
              <a:spcAft>
                <a:spcPts val="600"/>
              </a:spcAft>
            </a:pPr>
            <a:r>
              <a:rPr sz="1300" b="0">
                <a:latin typeface="Source Sans 3"/>
              </a:rPr>
              <a:t>Resource Profile written into the README ← protect this one</a:t>
            </a:r>
          </a:p>
          <a:p>
            <a:pPr>
              <a:spcAft>
                <a:spcPts val="600"/>
              </a:spcAft>
            </a:pPr>
            <a:r>
              <a:rPr sz="1300" b="0">
                <a:latin typeface="Source Sans 3"/>
              </a:rPr>
              <a:t>Peeked at the queue: told R from PD</a:t>
            </a:r>
          </a:p>
          <a:p>
            <a:pPr>
              <a:spcAft>
                <a:spcPts val="600"/>
              </a:spcAft>
            </a:pPr>
            <a:r>
              <a:rPr sz="1300" b="0">
                <a:latin typeface="Source Sans 3"/>
              </a:rPr>
              <a:t>Written and submitted a Slurm job</a:t>
            </a:r>
          </a:p>
          <a:p>
            <a:pPr>
              <a:spcAft>
                <a:spcPts val="600"/>
              </a:spcAft>
            </a:pPr>
            <a:r>
              <a:rPr sz="1300" b="0">
                <a:latin typeface="Source Sans 3"/>
              </a:rPr>
              <a:t>Debugged a failed job from its .err ← matters most</a:t>
            </a:r>
          </a:p>
          <a:p>
            <a:pPr>
              <a:spcAft>
                <a:spcPts val="600"/>
              </a:spcAft>
            </a:pPr>
          </a:p>
          <a:p>
            <a:pPr>
              <a:spcAft>
                <a:spcPts val="600"/>
              </a:spcAft>
            </a:pPr>
            <a:r>
              <a:rPr sz="1300" b="0">
                <a:latin typeface="Source Sans 3"/>
              </a:rPr>
              <a:t>/day2/profiling/ · /day2/slurm-scheduler/ · /day2/slurm-job/</a:t>
            </a:r>
          </a:p>
        </p:txBody>
      </p:sp>
      <p:sp>
        <p:nvSpPr>
          <p:cNvPr id="4" name="Text Placeholder 3"/>
          <p:cNvSpPr>
            <a:spLocks noGrp="1"/>
          </p:cNvSpPr>
          <p:nvPr>
            <p:ph type="body" idx="2"/>
          </p:nvPr>
        </p:nvSpPr>
        <p:spPr/>
        <p:txBody>
          <a:bodyPr wrap="square"/>
          <a:lstStyle/>
          <a:p>
            <a:pPr>
              <a:spcAft>
                <a:spcPts val="600"/>
              </a:spcAft>
            </a:pPr>
            <a:r>
              <a:rPr sz="1300" b="1">
                <a:latin typeface="Source Sans 3"/>
              </a:rPr>
              <a:t>Extra, if you are ahead</a:t>
            </a:r>
          </a:p>
          <a:p>
            <a:pPr>
              <a:spcAft>
                <a:spcPts val="600"/>
              </a:spcAft>
            </a:pPr>
            <a:r>
              <a:rPr sz="1300" b="0">
                <a:latin typeface="Source Sans 3"/>
              </a:rPr>
              <a:t>Watch a job on its node while it runs</a:t>
            </a:r>
          </a:p>
          <a:p>
            <a:pPr>
              <a:spcAft>
                <a:spcPts val="600"/>
              </a:spcAft>
            </a:pPr>
            <a:r>
              <a:rPr sz="1300" b="0">
                <a:latin typeface="Source Sans 3"/>
              </a:rPr>
              <a:t>An interactive job with srun</a:t>
            </a:r>
          </a:p>
          <a:p>
            <a:pPr>
              <a:spcAft>
                <a:spcPts val="600"/>
              </a:spcAft>
            </a:pPr>
            <a:r>
              <a:rPr sz="1300" b="0">
                <a:latin typeface="Source Sans 3"/>
              </a:rPr>
              <a:t>fix_me_2 and fix_me_3</a:t>
            </a:r>
          </a:p>
          <a:p>
            <a:pPr>
              <a:spcAft>
                <a:spcPts val="600"/>
              </a:spcAft>
            </a:pPr>
            <a:r>
              <a:rPr sz="1300" b="0">
                <a:latin typeface="Source Sans 3"/>
              </a:rPr>
              <a:t>Fix the broken one-file script</a:t>
            </a:r>
          </a:p>
          <a:p>
            <a:pPr>
              <a:spcAft>
                <a:spcPts val="600"/>
              </a:spcAft>
            </a:pPr>
            <a:r>
              <a:rPr sz="1300" b="0">
                <a:latin typeface="Source Sans 3"/>
              </a:rPr>
              <a:t>Chain two jobs with a dependency</a:t>
            </a:r>
          </a:p>
          <a:p>
            <a:pPr>
              <a:spcAft>
                <a:spcPts val="600"/>
              </a:spcAft>
            </a:pPr>
            <a:r>
              <a:rPr sz="1300" b="0">
                <a:latin typeface="Source Sans 3"/>
              </a:rPr>
              <a:t>The dev partition · vectorization · core counts</a:t>
            </a:r>
          </a:p>
          <a:p>
            <a:pPr>
              <a:spcAft>
                <a:spcPts val="600"/>
              </a:spcAft>
            </a:pPr>
          </a:p>
          <a:p>
            <a:pPr>
              <a:spcAft>
                <a:spcPts val="600"/>
              </a:spcAft>
            </a:pPr>
            <a:r>
              <a:rPr sz="1300" b="0">
                <a:latin typeface="Source Sans 3"/>
              </a:rPr>
              <a:t>All bonus. None of it is the floor.</a:t>
            </a:r>
          </a:p>
        </p:txBody>
      </p:sp>
      <p:sp>
        <p:nvSpPr>
          <p:cNvPr id="5" name="TextBox 4"/>
          <p:cNvSpPr txBox="1"/>
          <p:nvPr/>
        </p:nvSpPr>
        <p:spPr>
          <a:xfrm>
            <a:off x="310896" y="4315968"/>
            <a:ext cx="8522208" cy="548640"/>
          </a:xfrm>
          <a:prstGeom prst="rect">
            <a:avLst/>
          </a:prstGeom>
          <a:noFill/>
        </p:spPr>
        <p:txBody>
          <a:bodyPr wrap="square">
            <a:spAutoFit/>
          </a:bodyPr>
          <a:lstStyle/>
          <a:p>
            <a:pPr>
              <a:spcAft>
                <a:spcPts val="600"/>
              </a:spcAft>
            </a:pPr>
            <a:r>
              <a:rPr sz="1150" b="0">
                <a:solidFill>
                  <a:srgbClr val="5F6775"/>
                </a:solidFill>
                <a:latin typeface="Source Sans 3"/>
              </a:rPr>
              <a:t>Not done the Resource Profile? Do that before anything on the right — Part 2 runs on those numbers.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Part 2 · Doing many things at once</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88920"/>
            <a:ext cx="7863840" cy="365760"/>
          </a:xfrm>
          <a:prstGeom prst="rect">
            <a:avLst/>
          </a:prstGeom>
          <a:noFill/>
        </p:spPr>
        <p:txBody>
          <a:bodyPr wrap="square">
            <a:spAutoFit/>
          </a:bodyPr>
          <a:lstStyle/>
          <a:p>
            <a:pPr>
              <a:spcAft>
                <a:spcPts val="600"/>
              </a:spcAft>
            </a:pPr>
            <a:r>
              <a:rPr sz="1300" b="0">
                <a:solidFill>
                  <a:srgbClr val="5F6775"/>
                </a:solidFill>
                <a:latin typeface="Source Sans 3"/>
              </a:rPr>
              <a:t>10:30–10:50 · concepts only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The script you just ran</a:t>
            </a:r>
          </a:p>
        </p:txBody>
      </p:sp>
      <p:sp>
        <p:nvSpPr>
          <p:cNvPr id="3" name="Text Placeholder 2"/>
          <p:cNvSpPr>
            <a:spLocks noGrp="1"/>
          </p:cNvSpPr>
          <p:nvPr>
            <p:ph type="body" idx="1"/>
          </p:nvPr>
        </p:nvSpPr>
        <p:spPr/>
        <p:txBody>
          <a:bodyPr wrap="square"/>
          <a:lstStyle/>
          <a:p>
            <a:pPr>
              <a:spcAft>
                <a:spcPts val="600"/>
              </a:spcAft>
            </a:pPr>
            <a:r>
              <a:rPr sz="1550" b="1">
                <a:latin typeface="Source Sans 3"/>
              </a:rPr>
              <a:t>You already have a hundred separate jobs.</a:t>
            </a:r>
          </a:p>
          <a:p>
            <a:pPr>
              <a:spcAft>
                <a:spcPts val="600"/>
              </a:spcAft>
            </a:pPr>
          </a:p>
          <a:p>
            <a:pPr>
              <a:spcAft>
                <a:spcPts val="600"/>
              </a:spcAft>
            </a:pPr>
            <a:r>
              <a:rPr sz="1550" b="0">
                <a:latin typeface="Source Sans 3"/>
              </a:rPr>
              <a:t>No filing needs any other filing to be finished first. Running them one after another was a decision in your code — not something the problem asked for.</a:t>
            </a:r>
          </a:p>
          <a:p>
            <a:pPr>
              <a:spcAft>
                <a:spcPts val="600"/>
              </a:spcAft>
            </a:pPr>
          </a:p>
          <a:p>
            <a:pPr>
              <a:spcAft>
                <a:spcPts val="600"/>
              </a:spcAft>
            </a:pPr>
            <a:r>
              <a:rPr sz="1550" b="1">
                <a:latin typeface="Source Sans 3"/>
              </a:rPr>
              <a:t>The rest of this is about undoing that decision.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Parallelization</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88920"/>
            <a:ext cx="7863840" cy="365760"/>
          </a:xfrm>
          <a:prstGeom prst="rect">
            <a:avLst/>
          </a:prstGeom>
          <a:noFill/>
        </p:spPr>
        <p:txBody>
          <a:bodyPr wrap="square">
            <a:spAutoFit/>
          </a:bodyPr>
          <a:lstStyle/>
          <a:p>
            <a:pPr>
              <a:spcAft>
                <a:spcPts val="600"/>
              </a:spcAft>
            </a:pPr>
            <a:r>
              <a:rPr sz="1300" b="0">
                <a:solidFill>
                  <a:srgbClr val="5F6775"/>
                </a:solidFill>
                <a:latin typeface="Source Sans 3"/>
              </a:rPr>
              <a:t>What it is, when it helps, and when it does nothing.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What it is, and is not</a:t>
            </a:r>
          </a:p>
        </p:txBody>
      </p:sp>
      <p:sp>
        <p:nvSpPr>
          <p:cNvPr id="3" name="Text Placeholder 2"/>
          <p:cNvSpPr>
            <a:spLocks noGrp="1"/>
          </p:cNvSpPr>
          <p:nvPr>
            <p:ph type="body" idx="1"/>
          </p:nvPr>
        </p:nvSpPr>
        <p:spPr/>
        <p:txBody>
          <a:bodyPr wrap="square"/>
          <a:lstStyle/>
          <a:p>
            <a:pPr>
              <a:spcAft>
                <a:spcPts val="600"/>
              </a:spcAft>
            </a:pPr>
            <a:r>
              <a:rPr sz="1450" b="1">
                <a:latin typeface="Source Sans 3"/>
              </a:rPr>
              <a:t>Running many copies of the same work at the same time.</a:t>
            </a:r>
          </a:p>
          <a:p>
            <a:pPr>
              <a:spcAft>
                <a:spcPts val="600"/>
              </a:spcAft>
            </a:pPr>
          </a:p>
          <a:p>
            <a:pPr>
              <a:spcAft>
                <a:spcPts val="600"/>
              </a:spcAft>
            </a:pPr>
            <a:r>
              <a:rPr sz="1450" b="1">
                <a:latin typeface="Source Sans 3"/>
              </a:rPr>
              <a:t>It is not making one run faster.</a:t>
            </a:r>
          </a:p>
          <a:p>
            <a:pPr>
              <a:spcAft>
                <a:spcPts val="600"/>
              </a:spcAft>
            </a:pPr>
            <a:r>
              <a:rPr sz="1450" b="0">
                <a:latin typeface="Source Sans 3"/>
              </a:rPr>
              <a:t>Work that will not come apart still gets plenty from the cluster — a node to itself, far more memory, nobody competing for your cores, and the freedom to walk away. It just will not get this.</a:t>
            </a:r>
          </a:p>
          <a:p>
            <a:pPr>
              <a:spcAft>
                <a:spcPts val="600"/>
              </a:spcAft>
            </a:pPr>
          </a:p>
          <a:p>
            <a:pPr>
              <a:spcAft>
                <a:spcPts val="600"/>
              </a:spcAft>
            </a:pPr>
            <a:r>
              <a:rPr sz="1450" b="1">
                <a:latin typeface="Source Sans 3"/>
              </a:rPr>
              <a:t>The test is independence.</a:t>
            </a:r>
          </a:p>
          <a:p>
            <a:pPr>
              <a:spcAft>
                <a:spcPts val="600"/>
              </a:spcAft>
            </a:pPr>
            <a:r>
              <a:rPr sz="1450" b="0">
                <a:latin typeface="Source Sans 3"/>
              </a:rPr>
              <a:t>Could you hand each piece to a different person, and never let them talk?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One burner, four sandwiches</a:t>
            </a:r>
          </a:p>
        </p:txBody>
      </p:sp>
      <p:pic>
        <p:nvPicPr>
          <p:cNvPr id="3" name="Picture 2" descr="kitchen-one.gif"/>
          <p:cNvPicPr>
            <a:picLocks noChangeAspect="1"/>
          </p:cNvPicPr>
          <p:nvPr/>
        </p:nvPicPr>
        <p:blipFill>
          <a:blip r:embed="rId2"/>
          <a:stretch>
            <a:fillRect/>
          </a:stretch>
        </p:blipFill>
        <p:spPr>
          <a:xfrm>
            <a:off x="1709711" y="1051560"/>
            <a:ext cx="5724577" cy="3538727"/>
          </a:xfrm>
          <a:prstGeom prst="rect">
            <a:avLst/>
          </a:prstGeom>
        </p:spPr>
      </p:pic>
      <p:sp>
        <p:nvSpPr>
          <p:cNvPr id="4" name="TextBox 3"/>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The steps of one sandwich are a chain.</a:t>
            </a:r>
          </a:p>
          <a:p>
            <a:pPr>
              <a:spcAft>
                <a:spcPts val="200"/>
              </a:spcAft>
            </a:pPr>
            <a:r>
              <a:rPr sz="1200" b="0">
                <a:solidFill>
                  <a:srgbClr val="5F6775"/>
                </a:solidFill>
                <a:latin typeface="Source Sans 3"/>
              </a:rPr>
              <a:t>Grilling cannot start before assembly. More cooks change nothing.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Four burners, four sandwiches</a:t>
            </a:r>
          </a:p>
        </p:txBody>
      </p:sp>
      <p:pic>
        <p:nvPicPr>
          <p:cNvPr id="3" name="Picture 2" descr="kitchen-four.gif"/>
          <p:cNvPicPr>
            <a:picLocks noChangeAspect="1"/>
          </p:cNvPicPr>
          <p:nvPr/>
        </p:nvPicPr>
        <p:blipFill>
          <a:blip r:embed="rId2"/>
          <a:stretch>
            <a:fillRect/>
          </a:stretch>
        </p:blipFill>
        <p:spPr>
          <a:xfrm>
            <a:off x="310896" y="1051560"/>
            <a:ext cx="8522207" cy="2880224"/>
          </a:xfrm>
          <a:prstGeom prst="rect">
            <a:avLst/>
          </a:prstGeom>
        </p:spPr>
      </p:pic>
      <p:sp>
        <p:nvSpPr>
          <p:cNvPr id="4" name="TextBox 3"/>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The sandwiches are independent.</a:t>
            </a:r>
          </a:p>
          <a:p>
            <a:pPr>
              <a:spcAft>
                <a:spcPts val="200"/>
              </a:spcAft>
            </a:pPr>
            <a:r>
              <a:rPr sz="1200" b="0">
                <a:solidFill>
                  <a:srgbClr val="5F6775"/>
                </a:solidFill>
                <a:latin typeface="Source Sans 3"/>
              </a:rPr>
              <a:t>Four burners finish at t = 4 what one burner finishes at t = 16.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Your extraction job is four burners</a:t>
            </a:r>
          </a:p>
        </p:txBody>
      </p:sp>
      <p:sp>
        <p:nvSpPr>
          <p:cNvPr id="3" name="Text Placeholder 2"/>
          <p:cNvSpPr>
            <a:spLocks noGrp="1"/>
          </p:cNvSpPr>
          <p:nvPr>
            <p:ph type="body" idx="1"/>
          </p:nvPr>
        </p:nvSpPr>
        <p:spPr/>
        <p:txBody>
          <a:bodyPr wrap="square"/>
          <a:lstStyle/>
          <a:p>
            <a:pPr>
              <a:spcAft>
                <a:spcPts val="600"/>
              </a:spcAft>
            </a:pPr>
            <a:r>
              <a:rPr sz="1450" b="1">
                <a:latin typeface="Source Sans 3"/>
              </a:rPr>
              <a:t>Inside one filing, a chain. Across filings, nothing.</a:t>
            </a:r>
          </a:p>
          <a:p>
            <a:pPr>
              <a:spcAft>
                <a:spcPts val="600"/>
              </a:spcAft>
            </a:pPr>
          </a:p>
          <a:p>
            <a:pPr>
              <a:spcAft>
                <a:spcPts val="600"/>
              </a:spcAft>
            </a:pPr>
            <a:r>
              <a:rPr sz="1450" b="0">
                <a:latin typeface="Source Sans 3"/>
              </a:rPr>
              <a:t>Inside a single filing the steps are strictly ordered: read it, send it to the API, validate the reply, write the result. Four cores on one filing leaves three idle.</a:t>
            </a:r>
          </a:p>
          <a:p>
            <a:pPr>
              <a:spcAft>
                <a:spcPts val="600"/>
              </a:spcAft>
            </a:pPr>
          </a:p>
          <a:p>
            <a:pPr>
              <a:spcAft>
                <a:spcPts val="600"/>
              </a:spcAft>
            </a:pPr>
            <a:r>
              <a:rPr sz="1450" b="0">
                <a:latin typeface="Source Sans 3"/>
              </a:rPr>
              <a:t>Across filings there is no ordering at all. Filing 2 does not care whether filing 1 is done.</a:t>
            </a:r>
          </a:p>
          <a:p>
            <a:pPr>
              <a:spcAft>
                <a:spcPts val="600"/>
              </a:spcAft>
            </a:pPr>
          </a:p>
          <a:p>
            <a:pPr>
              <a:spcAft>
                <a:spcPts val="600"/>
              </a:spcAft>
            </a:pPr>
            <a:r>
              <a:rPr sz="1450" b="1">
                <a:latin typeface="Source Sans 3"/>
              </a:rPr>
              <a:t>So the unit you parallelize is the filing, not the step.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700" b="1"/>
              <a:t>The part that will not split sets the floor.</a:t>
            </a:r>
          </a:p>
        </p:txBody>
      </p:sp>
      <p:sp>
        <p:nvSpPr>
          <p:cNvPr id="3" name="TextBox 2"/>
          <p:cNvSpPr txBox="1"/>
          <p:nvPr/>
        </p:nvSpPr>
        <p:spPr>
          <a:xfrm>
            <a:off x="685800" y="658368"/>
            <a:ext cx="5486400" cy="256032"/>
          </a:xfrm>
          <a:prstGeom prst="rect">
            <a:avLst/>
          </a:prstGeom>
          <a:noFill/>
        </p:spPr>
        <p:txBody>
          <a:bodyPr wrap="square">
            <a:spAutoFit/>
          </a:bodyPr>
          <a:lstStyle/>
          <a:p>
            <a:pPr>
              <a:spcAft>
                <a:spcPts val="600"/>
              </a:spcAft>
            </a:pPr>
            <a:r>
              <a:rPr sz="1000" b="1">
                <a:solidFill>
                  <a:srgbClr val="006C80"/>
                </a:solidFill>
                <a:latin typeface="Source Sans 3"/>
              </a:rPr>
              <a:t>THE CEILING</a:t>
            </a:r>
          </a:p>
        </p:txBody>
      </p:sp>
      <p:cxnSp>
        <p:nvCxnSpPr>
          <p:cNvPr id="4" name="Connector 3"/>
          <p:cNvCxnSpPr/>
          <p:nvPr/>
        </p:nvCxnSpPr>
        <p:spPr>
          <a:xfrm>
            <a:off x="685800" y="3127248"/>
            <a:ext cx="1325880" cy="0"/>
          </a:xfrm>
          <a:prstGeom prst="line">
            <a:avLst/>
          </a:prstGeom>
          <a:ln w="19050">
            <a:solidFill>
              <a:srgbClr val="006C8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3310128"/>
            <a:ext cx="7680960" cy="1097280"/>
          </a:xfrm>
          <a:prstGeom prst="rect">
            <a:avLst/>
          </a:prstGeom>
          <a:noFill/>
        </p:spPr>
        <p:txBody>
          <a:bodyPr wrap="square">
            <a:spAutoFit/>
          </a:bodyPr>
          <a:lstStyle/>
          <a:p>
            <a:pPr>
              <a:spcAft>
                <a:spcPts val="600"/>
              </a:spcAft>
            </a:pPr>
            <a:r>
              <a:rPr sz="1300" b="0">
                <a:latin typeface="Source Sans 3"/>
              </a:rPr>
              <a:t>However many workers you add, you can only ever shrink the part that does split. Asking for more cores past that point buys you nothing but a longer wait in the queue.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Three from your own research</a:t>
            </a:r>
          </a:p>
        </p:txBody>
      </p:sp>
      <p:sp>
        <p:nvSpPr>
          <p:cNvPr id="3" name="Text Placeholder 2"/>
          <p:cNvSpPr>
            <a:spLocks noGrp="1"/>
          </p:cNvSpPr>
          <p:nvPr>
            <p:ph type="body" idx="1"/>
          </p:nvPr>
        </p:nvSpPr>
        <p:spPr/>
        <p:txBody>
          <a:bodyPr wrap="square"/>
          <a:lstStyle/>
          <a:p>
            <a:pPr>
              <a:spcAft>
                <a:spcPts val="600"/>
              </a:spcAft>
            </a:pPr>
            <a:r>
              <a:rPr sz="1250" b="1">
                <a:latin typeface="Source Sans 3"/>
              </a:rPr>
              <a:t>Which of these come apart? Discussion — no keyboards.</a:t>
            </a:r>
          </a:p>
          <a:p>
            <a:pPr>
              <a:spcAft>
                <a:spcPts val="600"/>
              </a:spcAft>
            </a:pPr>
          </a:p>
          <a:p>
            <a:pPr>
              <a:spcAft>
                <a:spcPts val="600"/>
              </a:spcAft>
            </a:pPr>
            <a:r>
              <a:rPr sz="1250" b="1">
                <a:latin typeface="Source Sans 3"/>
              </a:rPr>
              <a:t>1 · Sum every value in an array. Now sum an expensive function of every value.</a:t>
            </a:r>
          </a:p>
          <a:p>
            <a:pPr>
              <a:spcAft>
                <a:spcPts val="600"/>
              </a:spcAft>
            </a:pPr>
            <a:r>
              <a:rPr sz="1250" b="0">
                <a:latin typeface="Source Sans 3"/>
              </a:rPr>
              <a:t>Both split. Only one is worth it — adding numbers is so cheap that handing pieces out and collecting them back costs more than the work.</a:t>
            </a:r>
          </a:p>
          <a:p>
            <a:pPr>
              <a:spcAft>
                <a:spcPts val="600"/>
              </a:spcAft>
            </a:pPr>
          </a:p>
          <a:p>
            <a:pPr>
              <a:spcAft>
                <a:spcPts val="600"/>
              </a:spcAft>
            </a:pPr>
            <a:r>
              <a:rPr sz="1250" b="1">
                <a:latin typeface="Source Sans 3"/>
              </a:rPr>
              <a:t>2 · Check a key is unique before you merge on it.</a:t>
            </a:r>
          </a:p>
          <a:p>
            <a:pPr>
              <a:spcAft>
                <a:spcPts val="600"/>
              </a:spcAft>
            </a:pPr>
            <a:r>
              <a:rPr sz="1250" b="0">
                <a:latin typeface="Source Sans 3"/>
              </a:rPr>
              <a:t>Splits, but not cleanly. Each worker checks its chunk — but a duplicate can sit across a boundary, so one step still has to see all of it.</a:t>
            </a:r>
          </a:p>
          <a:p>
            <a:pPr>
              <a:spcAft>
                <a:spcPts val="600"/>
              </a:spcAft>
            </a:pPr>
          </a:p>
          <a:p>
            <a:pPr>
              <a:spcAft>
                <a:spcPts val="600"/>
              </a:spcAft>
            </a:pPr>
            <a:r>
              <a:rPr sz="1250" b="1">
                <a:latin typeface="Source Sans 3"/>
              </a:rPr>
              <a:t>3 · A hundred pages scraped, each appending a row to the same CSV.</a:t>
            </a:r>
          </a:p>
          <a:p>
            <a:pPr>
              <a:spcAft>
                <a:spcPts val="600"/>
              </a:spcAft>
            </a:pPr>
            <a:r>
              <a:rPr sz="1250" b="0">
                <a:latin typeface="Source Sans 3"/>
              </a:rPr>
              <a:t>The scraping is independent. The writing is not. A hundred writers interleave, and you get corrupted rows.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700" b="1"/>
              <a:t>Independent compute is easy. Shared state is where it breaks.</a:t>
            </a:r>
          </a:p>
        </p:txBody>
      </p:sp>
      <p:sp>
        <p:nvSpPr>
          <p:cNvPr id="3" name="TextBox 2"/>
          <p:cNvSpPr txBox="1"/>
          <p:nvPr/>
        </p:nvSpPr>
        <p:spPr>
          <a:xfrm>
            <a:off x="685800" y="658368"/>
            <a:ext cx="5486400" cy="256032"/>
          </a:xfrm>
          <a:prstGeom prst="rect">
            <a:avLst/>
          </a:prstGeom>
          <a:noFill/>
        </p:spPr>
        <p:txBody>
          <a:bodyPr wrap="square">
            <a:spAutoFit/>
          </a:bodyPr>
          <a:lstStyle/>
          <a:p>
            <a:pPr>
              <a:spcAft>
                <a:spcPts val="600"/>
              </a:spcAft>
            </a:pPr>
            <a:r>
              <a:rPr sz="1000" b="1">
                <a:solidFill>
                  <a:srgbClr val="006C80"/>
                </a:solidFill>
                <a:latin typeface="Source Sans 3"/>
              </a:rPr>
              <a:t>THE PATTERN UNDER ALL THREE</a:t>
            </a:r>
          </a:p>
        </p:txBody>
      </p:sp>
      <p:cxnSp>
        <p:nvCxnSpPr>
          <p:cNvPr id="4" name="Connector 3"/>
          <p:cNvCxnSpPr/>
          <p:nvPr/>
        </p:nvCxnSpPr>
        <p:spPr>
          <a:xfrm>
            <a:off x="685800" y="3127248"/>
            <a:ext cx="1325880" cy="0"/>
          </a:xfrm>
          <a:prstGeom prst="line">
            <a:avLst/>
          </a:prstGeom>
          <a:ln w="19050">
            <a:solidFill>
              <a:srgbClr val="006C8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3310128"/>
            <a:ext cx="7680960" cy="1097280"/>
          </a:xfrm>
          <a:prstGeom prst="rect">
            <a:avLst/>
          </a:prstGeom>
          <a:noFill/>
        </p:spPr>
        <p:txBody>
          <a:bodyPr wrap="square">
            <a:spAutoFit/>
          </a:bodyPr>
          <a:lstStyle/>
          <a:p>
            <a:pPr>
              <a:spcAft>
                <a:spcPts val="600"/>
              </a:spcAft>
            </a:pPr>
            <a:r>
              <a:rPr sz="1300" b="1">
                <a:latin typeface="Source Sans 3"/>
              </a:rPr>
              <a:t>Write to separate places. Combine afterwards.</a:t>
            </a:r>
          </a:p>
          <a:p>
            <a:pPr>
              <a:spcAft>
                <a:spcPts val="600"/>
              </a:spcAft>
            </a:pPr>
            <a:r>
              <a:rPr sz="1300" b="0">
                <a:latin typeface="Source Sans 3"/>
              </a:rPr>
              <a:t>That one habit is the difference between an array that works and one that quietly corrupts its own output.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Shapes of parallelism</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88920"/>
            <a:ext cx="7863840" cy="365760"/>
          </a:xfrm>
          <a:prstGeom prst="rect">
            <a:avLst/>
          </a:prstGeom>
          <a:noFill/>
        </p:spPr>
        <p:txBody>
          <a:bodyPr wrap="square">
            <a:spAutoFit/>
          </a:bodyPr>
          <a:lstStyle/>
          <a:p>
            <a:pPr>
              <a:spcAft>
                <a:spcPts val="600"/>
              </a:spcAft>
            </a:pPr>
            <a:r>
              <a:rPr sz="1300" b="0">
                <a:solidFill>
                  <a:srgbClr val="5F6775"/>
                </a:solidFill>
                <a:latin typeface="Source Sans 3"/>
              </a:rPr>
              <a:t>More cores, more jobs, or both.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Where you started: one job, one core</a:t>
            </a:r>
          </a:p>
        </p:txBody>
      </p:sp>
      <p:pic>
        <p:nvPicPr>
          <p:cNvPr id="3" name="Picture 2" descr="shape-1job1core.gif"/>
          <p:cNvPicPr>
            <a:picLocks noChangeAspect="1"/>
          </p:cNvPicPr>
          <p:nvPr/>
        </p:nvPicPr>
        <p:blipFill>
          <a:blip r:embed="rId2"/>
          <a:stretch>
            <a:fillRect/>
          </a:stretch>
        </p:blipFill>
        <p:spPr>
          <a:xfrm>
            <a:off x="310896" y="1051560"/>
            <a:ext cx="8522208" cy="2395083"/>
          </a:xfrm>
          <a:prstGeom prst="rect">
            <a:avLst/>
          </a:prstGeom>
        </p:spPr>
      </p:pic>
      <p:sp>
        <p:nvSpPr>
          <p:cNvPr id="4" name="TextBox 3"/>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This morning's loop. Eight filings, one after another.</a:t>
            </a:r>
          </a:p>
          <a:p>
            <a:pPr>
              <a:spcAft>
                <a:spcPts val="200"/>
              </a:spcAft>
            </a:pPr>
            <a:r>
              <a:rPr sz="1200" b="0">
                <a:solidFill>
                  <a:srgbClr val="5F6775"/>
                </a:solidFill>
                <a:latin typeface="Source Sans 3"/>
              </a:rPr>
              <a:t>The baseline everything else is measured against.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One job, many cores</a:t>
            </a:r>
          </a:p>
        </p:txBody>
      </p:sp>
      <p:pic>
        <p:nvPicPr>
          <p:cNvPr id="3" name="Picture 2" descr="shape-1jobNcore.gif"/>
          <p:cNvPicPr>
            <a:picLocks noChangeAspect="1"/>
          </p:cNvPicPr>
          <p:nvPr/>
        </p:nvPicPr>
        <p:blipFill>
          <a:blip r:embed="rId2"/>
          <a:stretch>
            <a:fillRect/>
          </a:stretch>
        </p:blipFill>
        <p:spPr>
          <a:xfrm>
            <a:off x="310896" y="1051560"/>
            <a:ext cx="8522208" cy="2395083"/>
          </a:xfrm>
          <a:prstGeom prst="rect">
            <a:avLst/>
          </a:prstGeom>
        </p:spPr>
      </p:pic>
      <p:sp>
        <p:nvSpPr>
          <p:cNvPr id="4" name="TextBox 3"/>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The job splits the work across cores itself.</a:t>
            </a:r>
          </a:p>
          <a:p>
            <a:pPr>
              <a:spcAft>
                <a:spcPts val="200"/>
              </a:spcAft>
            </a:pPr>
            <a:r>
              <a:rPr sz="1200" b="0">
                <a:solidFill>
                  <a:srgbClr val="5F6775"/>
                </a:solidFill>
                <a:latin typeface="Source Sans 3"/>
              </a:rPr>
              <a:t>Faster — and capped at one machine, since a job cannot use cores on a node it was not given.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Many jobs, one core each</a:t>
            </a:r>
          </a:p>
        </p:txBody>
      </p:sp>
      <p:pic>
        <p:nvPicPr>
          <p:cNvPr id="3" name="Picture 2" descr="shape-Njob1core.gif"/>
          <p:cNvPicPr>
            <a:picLocks noChangeAspect="1"/>
          </p:cNvPicPr>
          <p:nvPr/>
        </p:nvPicPr>
        <p:blipFill>
          <a:blip r:embed="rId2"/>
          <a:stretch>
            <a:fillRect/>
          </a:stretch>
        </p:blipFill>
        <p:spPr>
          <a:xfrm>
            <a:off x="979015" y="1051560"/>
            <a:ext cx="7185968" cy="3538727"/>
          </a:xfrm>
          <a:prstGeom prst="rect">
            <a:avLst/>
          </a:prstGeom>
        </p:spPr>
      </p:pic>
      <p:sp>
        <p:nvSpPr>
          <p:cNvPr id="4" name="TextBox 3"/>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An array. Slurm hands out many small jobs instead of one big one.</a:t>
            </a:r>
          </a:p>
          <a:p>
            <a:pPr>
              <a:spcAft>
                <a:spcPts val="200"/>
              </a:spcAft>
            </a:pPr>
            <a:r>
              <a:rPr sz="1200" b="0">
                <a:solidFill>
                  <a:srgbClr val="5F6775"/>
                </a:solidFill>
                <a:latin typeface="Source Sans 3"/>
              </a:rPr>
              <a:t>Scales past a single machine, and one failure costs one task instead of the run.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Many jobs, many cores</a:t>
            </a:r>
          </a:p>
        </p:txBody>
      </p:sp>
      <p:pic>
        <p:nvPicPr>
          <p:cNvPr id="3" name="Picture 2" descr="shape-NjobNcore.gif"/>
          <p:cNvPicPr>
            <a:picLocks noChangeAspect="1"/>
          </p:cNvPicPr>
          <p:nvPr/>
        </p:nvPicPr>
        <p:blipFill>
          <a:blip r:embed="rId2"/>
          <a:stretch>
            <a:fillRect/>
          </a:stretch>
        </p:blipFill>
        <p:spPr>
          <a:xfrm>
            <a:off x="979015" y="1051560"/>
            <a:ext cx="7185968" cy="3538727"/>
          </a:xfrm>
          <a:prstGeom prst="rect">
            <a:avLst/>
          </a:prstGeom>
        </p:spPr>
      </p:pic>
      <p:sp>
        <p:nvSpPr>
          <p:cNvPr id="4" name="TextBox 3"/>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Both at once. Most throughput, biggest request.</a:t>
            </a:r>
          </a:p>
          <a:p>
            <a:pPr>
              <a:spcAft>
                <a:spcPts val="200"/>
              </a:spcAft>
            </a:pPr>
            <a:r>
              <a:rPr sz="1200" b="0">
                <a:solidFill>
                  <a:srgbClr val="5F6775"/>
                </a:solidFill>
                <a:latin typeface="Source Sans 3"/>
              </a:rPr>
              <a:t>And the longest wait before anything starts.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What each shape actually costs</a:t>
            </a:r>
          </a:p>
        </p:txBody>
      </p:sp>
      <p:graphicFrame>
        <p:nvGraphicFramePr>
          <p:cNvPr id="3" name="Table 2"/>
          <p:cNvGraphicFramePr>
            <a:graphicFrameLocks noGrp="1"/>
          </p:cNvGraphicFramePr>
          <p:nvPr/>
        </p:nvGraphicFramePr>
        <p:xfrm>
          <a:off x="310896" y="1097280"/>
          <a:ext cx="8522207" cy="932688"/>
        </p:xfrm>
        <a:graphic>
          <a:graphicData uri="http://schemas.openxmlformats.org/drawingml/2006/table">
            <a:tbl>
              <a:tblPr firstRow="1">
                <a:tableStyleId>{5C22544A-7EE6-4342-B048-85BDC9FD1C3A}</a:tableStyleId>
              </a:tblPr>
              <a:tblGrid>
                <a:gridCol w="2299643"/>
                <a:gridCol w="3111282"/>
                <a:gridCol w="3111282"/>
              </a:tblGrid>
              <a:tr h="310896">
                <a:tc>
                  <a:txBody>
                    <a:bodyPr wrap="square"/>
                    <a:lstStyle/>
                    <a:p>
                      <a:r>
                        <a:rPr sz="1180" b="1">
                          <a:solidFill>
                            <a:srgbClr val="FFFFFF"/>
                          </a:solidFill>
                          <a:latin typeface="Source Sans 3"/>
                        </a:rPr>
                        <a:t>Eight filings, five seconds each</a:t>
                      </a:r>
                    </a:p>
                  </a:txBody>
                  <a:tcPr anchor="ctr" marL="73152" marR="73152" marT="27432" marB="27432">
                    <a:solidFill>
                      <a:srgbClr val="7F2D48"/>
                    </a:solidFill>
                  </a:tcPr>
                </a:tc>
                <a:tc>
                  <a:txBody>
                    <a:bodyPr wrap="square"/>
                    <a:lstStyle/>
                    <a:p>
                      <a:r>
                        <a:rPr sz="1180" b="1">
                          <a:solidFill>
                            <a:srgbClr val="FFFFFF"/>
                          </a:solidFill>
                          <a:latin typeface="Source Sans 3"/>
                        </a:rPr>
                        <a:t>One core per job</a:t>
                      </a:r>
                    </a:p>
                  </a:txBody>
                  <a:tcPr anchor="ctr" marL="73152" marR="73152" marT="27432" marB="27432">
                    <a:solidFill>
                      <a:srgbClr val="7F2D48"/>
                    </a:solidFill>
                  </a:tcPr>
                </a:tc>
                <a:tc>
                  <a:txBody>
                    <a:bodyPr wrap="square"/>
                    <a:lstStyle/>
                    <a:p>
                      <a:r>
                        <a:rPr sz="1180" b="1">
                          <a:solidFill>
                            <a:srgbClr val="FFFFFF"/>
                          </a:solidFill>
                          <a:latin typeface="Source Sans 3"/>
                        </a:rPr>
                        <a:t>Many cores per job</a:t>
                      </a:r>
                    </a:p>
                  </a:txBody>
                  <a:tcPr anchor="ctr" marL="73152" marR="73152" marT="27432" marB="27432">
                    <a:solidFill>
                      <a:srgbClr val="7F2D48"/>
                    </a:solidFill>
                  </a:tcPr>
                </a:tc>
              </a:tr>
              <a:tr h="310896">
                <a:tc>
                  <a:txBody>
                    <a:bodyPr wrap="square"/>
                    <a:lstStyle/>
                    <a:p>
                      <a:r>
                        <a:rPr sz="1180" b="1">
                          <a:solidFill>
                            <a:srgbClr val="1F2937"/>
                          </a:solidFill>
                          <a:latin typeface="Source Sans 3"/>
                        </a:rPr>
                        <a:t>One job</a:t>
                      </a:r>
                    </a:p>
                  </a:txBody>
                  <a:tcPr anchor="ctr" marL="73152" marR="73152" marT="27432" marB="27432">
                    <a:solidFill>
                      <a:srgbClr val="FFFFFF"/>
                    </a:solidFill>
                  </a:tcPr>
                </a:tc>
                <a:tc>
                  <a:txBody>
                    <a:bodyPr wrap="square"/>
                    <a:lstStyle/>
                    <a:p>
                      <a:r>
                        <a:rPr sz="1180" b="0">
                          <a:solidFill>
                            <a:srgbClr val="1F2937"/>
                          </a:solidFill>
                          <a:latin typeface="Source Sans 3"/>
                        </a:rPr>
                        <a:t>40s — a loop, no speedup</a:t>
                      </a:r>
                    </a:p>
                  </a:txBody>
                  <a:tcPr anchor="ctr" marL="73152" marR="73152" marT="27432" marB="27432">
                    <a:solidFill>
                      <a:srgbClr val="FFFFFF"/>
                    </a:solidFill>
                  </a:tcPr>
                </a:tc>
                <a:tc>
                  <a:txBody>
                    <a:bodyPr wrap="square"/>
                    <a:lstStyle/>
                    <a:p>
                      <a:r>
                        <a:rPr sz="1180" b="0">
                          <a:solidFill>
                            <a:srgbClr val="1F2937"/>
                          </a:solidFill>
                          <a:latin typeface="Source Sans 3"/>
                        </a:rPr>
                        <a:t>20s — capped at one machine</a:t>
                      </a:r>
                    </a:p>
                  </a:txBody>
                  <a:tcPr anchor="ctr" marL="73152" marR="73152" marT="27432" marB="27432">
                    <a:solidFill>
                      <a:srgbClr val="FFFFFF"/>
                    </a:solidFill>
                  </a:tcPr>
                </a:tc>
              </a:tr>
              <a:tr h="310896">
                <a:tc>
                  <a:txBody>
                    <a:bodyPr wrap="square"/>
                    <a:lstStyle/>
                    <a:p>
                      <a:r>
                        <a:rPr sz="1180" b="1">
                          <a:solidFill>
                            <a:srgbClr val="1F2937"/>
                          </a:solidFill>
                          <a:latin typeface="Source Sans 3"/>
                        </a:rPr>
                        <a:t>Many jobs</a:t>
                      </a:r>
                    </a:p>
                  </a:txBody>
                  <a:tcPr anchor="ctr" marL="73152" marR="73152" marT="27432" marB="27432">
                    <a:solidFill>
                      <a:srgbClr val="F4F4F4"/>
                    </a:solidFill>
                  </a:tcPr>
                </a:tc>
                <a:tc>
                  <a:txBody>
                    <a:bodyPr wrap="square"/>
                    <a:lstStyle/>
                    <a:p>
                      <a:r>
                        <a:rPr sz="1180" b="0">
                          <a:solidFill>
                            <a:srgbClr val="1F2937"/>
                          </a:solidFill>
                          <a:latin typeface="Source Sans 3"/>
                        </a:rPr>
                        <a:t>20s — an array, scales out</a:t>
                      </a:r>
                    </a:p>
                  </a:txBody>
                  <a:tcPr anchor="ctr" marL="73152" marR="73152" marT="27432" marB="27432">
                    <a:solidFill>
                      <a:srgbClr val="F4F4F4"/>
                    </a:solidFill>
                  </a:tcPr>
                </a:tc>
                <a:tc>
                  <a:txBody>
                    <a:bodyPr wrap="square"/>
                    <a:lstStyle/>
                    <a:p>
                      <a:r>
                        <a:rPr sz="1180" b="0">
                          <a:solidFill>
                            <a:srgbClr val="1F2937"/>
                          </a:solidFill>
                          <a:latin typeface="Source Sans 3"/>
                        </a:rPr>
                        <a:t>10s — most throughput</a:t>
                      </a:r>
                    </a:p>
                  </a:txBody>
                  <a:tcPr anchor="ctr" marL="73152" marR="73152" marT="27432" marB="27432">
                    <a:solidFill>
                      <a:srgbClr val="F4F4F4"/>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Job arrays</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What an array is</a:t>
            </a:r>
          </a:p>
        </p:txBody>
      </p:sp>
      <p:sp>
        <p:nvSpPr>
          <p:cNvPr id="3" name="Text Placeholder 2"/>
          <p:cNvSpPr>
            <a:spLocks noGrp="1"/>
          </p:cNvSpPr>
          <p:nvPr>
            <p:ph type="body" idx="1"/>
          </p:nvPr>
        </p:nvSpPr>
        <p:spPr/>
        <p:txBody>
          <a:bodyPr wrap="square"/>
          <a:lstStyle/>
          <a:p>
            <a:pPr>
              <a:spcAft>
                <a:spcPts val="600"/>
              </a:spcAft>
            </a:pPr>
            <a:r>
              <a:rPr sz="1500" b="1">
                <a:latin typeface="Source Sans 3"/>
              </a:rPr>
              <a:t>One script, submitted once, run many times over.</a:t>
            </a:r>
          </a:p>
          <a:p>
            <a:pPr>
              <a:spcAft>
                <a:spcPts val="600"/>
              </a:spcAft>
            </a:pPr>
          </a:p>
          <a:p>
            <a:pPr>
              <a:spcAft>
                <a:spcPts val="600"/>
              </a:spcAft>
            </a:pPr>
            <a:r>
              <a:rPr sz="1500" b="0">
                <a:latin typeface="Source Sans 3"/>
              </a:rPr>
              <a:t>Every task runs the identical script. Exactly one thing differs between them: a number saying which task this is.</a:t>
            </a:r>
          </a:p>
          <a:p>
            <a:pPr>
              <a:spcAft>
                <a:spcPts val="600"/>
              </a:spcAft>
            </a:pPr>
          </a:p>
          <a:p>
            <a:pPr>
              <a:spcAft>
                <a:spcPts val="600"/>
              </a:spcAft>
            </a:pPr>
            <a:r>
              <a:rPr sz="1500" b="1">
                <a:latin typeface="Source Sans 3"/>
              </a:rPr>
              <a:t>Which means nothing decides which filing each task takes.</a:t>
            </a:r>
          </a:p>
          <a:p>
            <a:pPr>
              <a:spcAft>
                <a:spcPts val="600"/>
              </a:spcAft>
            </a:pPr>
            <a:r>
              <a:rPr sz="1500" b="0">
                <a:latin typeface="Source Sans 3"/>
              </a:rPr>
              <a:t>Slurm hands you a number. Turning that number into a filing is your code's job.</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One script in, many tasks out</a:t>
            </a:r>
          </a:p>
        </p:txBody>
      </p:sp>
      <p:pic>
        <p:nvPicPr>
          <p:cNvPr id="3" name="Picture 2" descr="array-fanout.png"/>
          <p:cNvPicPr>
            <a:picLocks noChangeAspect="1"/>
          </p:cNvPicPr>
          <p:nvPr/>
        </p:nvPicPr>
        <p:blipFill>
          <a:blip r:embed="rId2"/>
          <a:stretch>
            <a:fillRect/>
          </a:stretch>
        </p:blipFill>
        <p:spPr>
          <a:xfrm>
            <a:off x="600379" y="1051560"/>
            <a:ext cx="7943241" cy="3538727"/>
          </a:xfrm>
          <a:prstGeom prst="rect">
            <a:avLst/>
          </a:prstGeom>
        </p:spPr>
      </p:pic>
      <p:sp>
        <p:nvSpPr>
          <p:cNvPr id="4" name="TextBox 3"/>
          <p:cNvSpPr txBox="1"/>
          <p:nvPr/>
        </p:nvSpPr>
        <p:spPr>
          <a:xfrm>
            <a:off x="310896" y="4626864"/>
            <a:ext cx="8522208" cy="457200"/>
          </a:xfrm>
          <a:prstGeom prst="rect">
            <a:avLst/>
          </a:prstGeom>
          <a:noFill/>
        </p:spPr>
        <p:txBody>
          <a:bodyPr wrap="square">
            <a:spAutoFit/>
          </a:bodyPr>
          <a:lstStyle/>
          <a:p>
            <a:pPr>
              <a:spcAft>
                <a:spcPts val="200"/>
              </a:spcAft>
            </a:pPr>
            <a:r>
              <a:rPr sz="1200" b="1">
                <a:solidFill>
                  <a:srgbClr val="5F6775"/>
                </a:solidFill>
                <a:latin typeface="Source Sans 3"/>
              </a:rPr>
              <a:t>You submit once.</a:t>
            </a:r>
          </a:p>
          <a:p>
            <a:pPr>
              <a:spcAft>
                <a:spcPts val="200"/>
              </a:spcAft>
            </a:pPr>
            <a:r>
              <a:rPr sz="1200" b="0">
                <a:solidFill>
                  <a:srgbClr val="5F6775"/>
                </a:solidFill>
                <a:latin typeface="Source Sans 3"/>
              </a:rPr>
              <a:t>Slurm runs the same script many times, handing each copy a different task ID.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Two things that will bite you</a:t>
            </a:r>
          </a:p>
        </p:txBody>
      </p:sp>
      <p:sp>
        <p:nvSpPr>
          <p:cNvPr id="3" name="Text Placeholder 2"/>
          <p:cNvSpPr>
            <a:spLocks noGrp="1"/>
          </p:cNvSpPr>
          <p:nvPr>
            <p:ph type="body" idx="1"/>
          </p:nvPr>
        </p:nvSpPr>
        <p:spPr/>
        <p:txBody>
          <a:bodyPr wrap="square"/>
          <a:lstStyle/>
          <a:p>
            <a:pPr>
              <a:spcAft>
                <a:spcPts val="600"/>
              </a:spcAft>
            </a:pPr>
            <a:r>
              <a:rPr sz="1400" b="1">
                <a:latin typeface="Source Sans 3"/>
              </a:rPr>
              <a:t>You choose where the numbering starts. Then you live with it.</a:t>
            </a:r>
          </a:p>
          <a:p>
            <a:pPr>
              <a:spcAft>
                <a:spcPts val="600"/>
              </a:spcAft>
            </a:pPr>
            <a:r>
              <a:rPr sz="1400" b="0">
                <a:latin typeface="Source Sans 3"/>
              </a:rPr>
              <a:t>Start at zero and the task number is already a list position. Start at one and every lookup needs a − 1. Forget, and nothing complains — you silently skip the first one and run off the end.</a:t>
            </a:r>
          </a:p>
          <a:p>
            <a:pPr>
              <a:spcAft>
                <a:spcPts val="600"/>
              </a:spcAft>
            </a:pPr>
          </a:p>
          <a:p>
            <a:pPr>
              <a:spcAft>
                <a:spcPts val="600"/>
              </a:spcAft>
            </a:pPr>
            <a:r>
              <a:rPr sz="1400" b="1">
                <a:latin typeface="Source Sans 3"/>
              </a:rPr>
              <a:t>An array is not unlimited.</a:t>
            </a:r>
          </a:p>
          <a:p>
            <a:pPr>
              <a:spcAft>
                <a:spcPts val="600"/>
              </a:spcAft>
            </a:pPr>
            <a:r>
              <a:rPr sz="1400" b="0">
                <a:latin typeface="Source Sans 3"/>
              </a:rPr>
              <a:t>On the normal partition task numbers run to 511, and the ceiling differs by partition. More tasks than that has to be split across several arrays.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Make your tasks safe to run again</a:t>
            </a:r>
          </a:p>
        </p:txBody>
      </p:sp>
      <p:sp>
        <p:nvSpPr>
          <p:cNvPr id="3" name="Text Placeholder 2"/>
          <p:cNvSpPr>
            <a:spLocks noGrp="1"/>
          </p:cNvSpPr>
          <p:nvPr>
            <p:ph type="body" idx="1"/>
          </p:nvPr>
        </p:nvSpPr>
        <p:spPr/>
        <p:txBody>
          <a:bodyPr wrap="square"/>
          <a:lstStyle/>
          <a:p>
            <a:pPr>
              <a:spcAft>
                <a:spcPts val="600"/>
              </a:spcAft>
            </a:pPr>
            <a:r>
              <a:rPr sz="1500" b="1">
                <a:latin typeface="Source Sans 3"/>
              </a:rPr>
              <a:t>If the output for this task already exists, skip it.</a:t>
            </a:r>
          </a:p>
          <a:p>
            <a:pPr>
              <a:spcAft>
                <a:spcPts val="600"/>
              </a:spcAft>
            </a:pPr>
          </a:p>
          <a:p>
            <a:pPr>
              <a:spcAft>
                <a:spcPts val="600"/>
              </a:spcAft>
            </a:pPr>
            <a:r>
              <a:rPr sz="1500" b="0">
                <a:latin typeface="Source Sans 3"/>
              </a:rPr>
              <a:t>Four lines of code. It turns a rerun from "pay for all hundred again" into "finish the six that failed".</a:t>
            </a:r>
          </a:p>
          <a:p>
            <a:pPr>
              <a:spcAft>
                <a:spcPts val="600"/>
              </a:spcAft>
            </a:pPr>
          </a:p>
          <a:p>
            <a:pPr>
              <a:spcAft>
                <a:spcPts val="600"/>
              </a:spcAft>
            </a:pPr>
            <a:r>
              <a:rPr sz="1500" b="0">
                <a:latin typeface="Source Sans 3"/>
              </a:rPr>
              <a:t>At a hundred tasks, some will fail. That stops being an exception and becomes the normal case — so the ability to just resubmit the whole array is what saves you.</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700" b="1"/>
              <a:t>Estimate, request, run, check.</a:t>
            </a:r>
          </a:p>
        </p:txBody>
      </p:sp>
      <p:sp>
        <p:nvSpPr>
          <p:cNvPr id="3" name="TextBox 2"/>
          <p:cNvSpPr txBox="1"/>
          <p:nvPr/>
        </p:nvSpPr>
        <p:spPr>
          <a:xfrm>
            <a:off x="685800" y="658368"/>
            <a:ext cx="5486400" cy="256032"/>
          </a:xfrm>
          <a:prstGeom prst="rect">
            <a:avLst/>
          </a:prstGeom>
          <a:noFill/>
        </p:spPr>
        <p:txBody>
          <a:bodyPr wrap="square">
            <a:spAutoFit/>
          </a:bodyPr>
          <a:lstStyle/>
          <a:p>
            <a:pPr>
              <a:spcAft>
                <a:spcPts val="600"/>
              </a:spcAft>
            </a:pPr>
            <a:r>
              <a:rPr sz="1000" b="1">
                <a:solidFill>
                  <a:srgbClr val="006C80"/>
                </a:solidFill>
                <a:latin typeface="Source Sans 3"/>
              </a:rPr>
              <a:t>THE HABIT THAT OUTLASTS TODAY</a:t>
            </a:r>
          </a:p>
        </p:txBody>
      </p:sp>
      <p:cxnSp>
        <p:nvCxnSpPr>
          <p:cNvPr id="4" name="Connector 3"/>
          <p:cNvCxnSpPr/>
          <p:nvPr/>
        </p:nvCxnSpPr>
        <p:spPr>
          <a:xfrm>
            <a:off x="685800" y="3127248"/>
            <a:ext cx="1325880" cy="0"/>
          </a:xfrm>
          <a:prstGeom prst="line">
            <a:avLst/>
          </a:prstGeom>
          <a:ln w="19050">
            <a:solidFill>
              <a:srgbClr val="006C8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3310128"/>
            <a:ext cx="7680960" cy="1097280"/>
          </a:xfrm>
          <a:prstGeom prst="rect">
            <a:avLst/>
          </a:prstGeom>
          <a:noFill/>
        </p:spPr>
        <p:txBody>
          <a:bodyPr wrap="square">
            <a:spAutoFit/>
          </a:bodyPr>
          <a:lstStyle/>
          <a:p>
            <a:pPr>
              <a:spcAft>
                <a:spcPts val="600"/>
              </a:spcAft>
            </a:pPr>
            <a:r>
              <a:rPr sz="1300" b="0">
                <a:latin typeface="Source Sans 3"/>
              </a:rPr>
              <a:t>Write the estimate down before you submit anything. Turn it into a request. Run it. Then compare what it really used against what you guessed.</a:t>
            </a:r>
          </a:p>
          <a:p>
            <a:pPr>
              <a:spcAft>
                <a:spcPts val="600"/>
              </a:spcAft>
            </a:pPr>
            <a:r>
              <a:rPr sz="1300" b="1">
                <a:latin typeface="Source Sans 3"/>
              </a:rPr>
              <a:t>There is nothing to learn from step four if you skipped step one.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GPUs</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88920"/>
            <a:ext cx="7863840" cy="365760"/>
          </a:xfrm>
          <a:prstGeom prst="rect">
            <a:avLst/>
          </a:prstGeom>
          <a:noFill/>
        </p:spPr>
        <p:txBody>
          <a:bodyPr wrap="square">
            <a:spAutoFit/>
          </a:bodyPr>
          <a:lstStyle/>
          <a:p>
            <a:pPr>
              <a:spcAft>
                <a:spcPts val="600"/>
              </a:spcAft>
            </a:pPr>
            <a:r>
              <a:rPr sz="1300" b="0">
                <a:solidFill>
                  <a:srgbClr val="5F6775"/>
                </a:solidFill>
                <a:latin typeface="Source Sans 3"/>
              </a:rPr>
              <a:t>Preview only. The bonus page has the rest.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Fourteen GPUs, in three tiers</a:t>
            </a:r>
          </a:p>
        </p:txBody>
      </p:sp>
      <p:graphicFrame>
        <p:nvGraphicFramePr>
          <p:cNvPr id="3" name="Table 2"/>
          <p:cNvGraphicFramePr>
            <a:graphicFrameLocks noGrp="1"/>
          </p:cNvGraphicFramePr>
          <p:nvPr/>
        </p:nvGraphicFramePr>
        <p:xfrm>
          <a:off x="310896" y="1097280"/>
          <a:ext cx="8522208" cy="1243584"/>
        </p:xfrm>
        <a:graphic>
          <a:graphicData uri="http://schemas.openxmlformats.org/drawingml/2006/table">
            <a:tbl>
              <a:tblPr firstRow="1">
                <a:tableStyleId>{5C22544A-7EE6-4342-B048-85BDC9FD1C3A}</a:tableStyleId>
              </a:tblPr>
              <a:tblGrid>
                <a:gridCol w="2840736"/>
                <a:gridCol w="5681472"/>
              </a:tblGrid>
              <a:tr h="310896">
                <a:tc>
                  <a:txBody>
                    <a:bodyPr wrap="square"/>
                    <a:lstStyle/>
                    <a:p>
                      <a:r>
                        <a:rPr sz="1180" b="1">
                          <a:solidFill>
                            <a:srgbClr val="FFFFFF"/>
                          </a:solidFill>
                          <a:latin typeface="Source Sans 3"/>
                        </a:rPr>
                        <a:t>GPU</a:t>
                      </a:r>
                    </a:p>
                  </a:txBody>
                  <a:tcPr anchor="ctr" marL="73152" marR="73152" marT="27432" marB="27432">
                    <a:solidFill>
                      <a:srgbClr val="7F2D48"/>
                    </a:solidFill>
                  </a:tcPr>
                </a:tc>
                <a:tc>
                  <a:txBody>
                    <a:bodyPr wrap="square"/>
                    <a:lstStyle/>
                    <a:p>
                      <a:r>
                        <a:rPr sz="1180" b="1">
                          <a:solidFill>
                            <a:srgbClr val="FFFFFF"/>
                          </a:solidFill>
                          <a:latin typeface="Source Sans 3"/>
                        </a:rPr>
                        <a:t>Memory on the card</a:t>
                      </a:r>
                    </a:p>
                  </a:txBody>
                  <a:tcPr anchor="ctr" marL="73152" marR="73152" marT="27432" marB="27432">
                    <a:solidFill>
                      <a:srgbClr val="7F2D48"/>
                    </a:solidFill>
                  </a:tcPr>
                </a:tc>
              </a:tr>
              <a:tr h="310896">
                <a:tc>
                  <a:txBody>
                    <a:bodyPr wrap="square"/>
                    <a:lstStyle/>
                    <a:p>
                      <a:r>
                        <a:rPr sz="1180" b="0">
                          <a:solidFill>
                            <a:srgbClr val="1F2937"/>
                          </a:solidFill>
                          <a:latin typeface="Source Sans 3"/>
                        </a:rPr>
                        <a:t>A30</a:t>
                      </a:r>
                    </a:p>
                  </a:txBody>
                  <a:tcPr anchor="ctr" marL="73152" marR="73152" marT="27432" marB="27432">
                    <a:solidFill>
                      <a:srgbClr val="FFFFFF"/>
                    </a:solidFill>
                  </a:tcPr>
                </a:tc>
                <a:tc>
                  <a:txBody>
                    <a:bodyPr wrap="square"/>
                    <a:lstStyle/>
                    <a:p>
                      <a:r>
                        <a:rPr sz="1180" b="0">
                          <a:solidFill>
                            <a:srgbClr val="1F2937"/>
                          </a:solidFill>
                          <a:latin typeface="Source Sans 3"/>
                        </a:rPr>
                        <a:t>24 GB</a:t>
                      </a:r>
                    </a:p>
                  </a:txBody>
                  <a:tcPr anchor="ctr" marL="73152" marR="73152" marT="27432" marB="27432">
                    <a:solidFill>
                      <a:srgbClr val="FFFFFF"/>
                    </a:solidFill>
                  </a:tcPr>
                </a:tc>
              </a:tr>
              <a:tr h="310896">
                <a:tc>
                  <a:txBody>
                    <a:bodyPr wrap="square"/>
                    <a:lstStyle/>
                    <a:p>
                      <a:r>
                        <a:rPr sz="1180" b="0">
                          <a:solidFill>
                            <a:srgbClr val="1F2937"/>
                          </a:solidFill>
                          <a:latin typeface="Source Sans 3"/>
                        </a:rPr>
                        <a:t>A40</a:t>
                      </a:r>
                    </a:p>
                  </a:txBody>
                  <a:tcPr anchor="ctr" marL="73152" marR="73152" marT="27432" marB="27432">
                    <a:solidFill>
                      <a:srgbClr val="F4F4F4"/>
                    </a:solidFill>
                  </a:tcPr>
                </a:tc>
                <a:tc>
                  <a:txBody>
                    <a:bodyPr wrap="square"/>
                    <a:lstStyle/>
                    <a:p>
                      <a:r>
                        <a:rPr sz="1180" b="0">
                          <a:solidFill>
                            <a:srgbClr val="1F2937"/>
                          </a:solidFill>
                          <a:latin typeface="Source Sans 3"/>
                        </a:rPr>
                        <a:t>48 GB</a:t>
                      </a:r>
                    </a:p>
                  </a:txBody>
                  <a:tcPr anchor="ctr" marL="73152" marR="73152" marT="27432" marB="27432">
                    <a:solidFill>
                      <a:srgbClr val="F4F4F4"/>
                    </a:solidFill>
                  </a:tcPr>
                </a:tc>
              </a:tr>
              <a:tr h="310896">
                <a:tc>
                  <a:txBody>
                    <a:bodyPr wrap="square"/>
                    <a:lstStyle/>
                    <a:p>
                      <a:r>
                        <a:rPr sz="1180" b="0">
                          <a:solidFill>
                            <a:srgbClr val="1F2937"/>
                          </a:solidFill>
                          <a:latin typeface="Source Sans 3"/>
                        </a:rPr>
                        <a:t>H200</a:t>
                      </a:r>
                    </a:p>
                  </a:txBody>
                  <a:tcPr anchor="ctr" marL="73152" marR="73152" marT="27432" marB="27432">
                    <a:solidFill>
                      <a:srgbClr val="FFFFFF"/>
                    </a:solidFill>
                  </a:tcPr>
                </a:tc>
                <a:tc>
                  <a:txBody>
                    <a:bodyPr wrap="square"/>
                    <a:lstStyle/>
                    <a:p>
                      <a:r>
                        <a:rPr sz="1180" b="0">
                          <a:solidFill>
                            <a:srgbClr val="1F2937"/>
                          </a:solidFill>
                          <a:latin typeface="Source Sans 3"/>
                        </a:rPr>
                        <a:t>141 GB</a:t>
                      </a:r>
                    </a:p>
                  </a:txBody>
                  <a:tcPr anchor="ctr" marL="73152" marR="73152" marT="27432" marB="27432">
                    <a:solidFill>
                      <a:srgbClr val="FFFFFF"/>
                    </a:solidFill>
                  </a:tcPr>
                </a:tc>
              </a:tr>
            </a:tbl>
          </a:graphicData>
        </a:graphic>
      </p:graphicFrame>
      <p:sp>
        <p:nvSpPr>
          <p:cNvPr id="4" name="TextBox 3"/>
          <p:cNvSpPr txBox="1"/>
          <p:nvPr/>
        </p:nvSpPr>
        <p:spPr>
          <a:xfrm>
            <a:off x="310896" y="4059936"/>
            <a:ext cx="8522208" cy="1005840"/>
          </a:xfrm>
          <a:prstGeom prst="rect">
            <a:avLst/>
          </a:prstGeom>
          <a:noFill/>
        </p:spPr>
        <p:txBody>
          <a:bodyPr wrap="square">
            <a:spAutoFit/>
          </a:bodyPr>
          <a:lstStyle/>
          <a:p>
            <a:pPr>
              <a:spcAft>
                <a:spcPts val="300"/>
              </a:spcAft>
            </a:pPr>
            <a:r>
              <a:rPr sz="1150" b="0">
                <a:solidFill>
                  <a:srgbClr val="5F6775"/>
                </a:solidFill>
                <a:latin typeface="Source Sans 3"/>
              </a:rPr>
              <a:t>Fourteen in total, against hundreds of CPU cores per node. The scarcest thing on the cluster.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700" b="1"/>
              <a:t>A model that does not fit in GPU memory does not run slowly. It does not run.</a:t>
            </a:r>
          </a:p>
        </p:txBody>
      </p:sp>
      <p:sp>
        <p:nvSpPr>
          <p:cNvPr id="3" name="TextBox 2"/>
          <p:cNvSpPr txBox="1"/>
          <p:nvPr/>
        </p:nvSpPr>
        <p:spPr>
          <a:xfrm>
            <a:off x="685800" y="658368"/>
            <a:ext cx="5486400" cy="256032"/>
          </a:xfrm>
          <a:prstGeom prst="rect">
            <a:avLst/>
          </a:prstGeom>
          <a:noFill/>
        </p:spPr>
        <p:txBody>
          <a:bodyPr wrap="square">
            <a:spAutoFit/>
          </a:bodyPr>
          <a:lstStyle/>
          <a:p>
            <a:pPr>
              <a:spcAft>
                <a:spcPts val="600"/>
              </a:spcAft>
            </a:pPr>
            <a:r>
              <a:rPr sz="1000" b="1">
                <a:solidFill>
                  <a:srgbClr val="006C80"/>
                </a:solidFill>
                <a:latin typeface="Source Sans 3"/>
              </a:rPr>
              <a:t>WHAT DECIDES WHAT YOU CAN RUN</a:t>
            </a:r>
          </a:p>
        </p:txBody>
      </p:sp>
      <p:cxnSp>
        <p:nvCxnSpPr>
          <p:cNvPr id="4" name="Connector 3"/>
          <p:cNvCxnSpPr/>
          <p:nvPr/>
        </p:nvCxnSpPr>
        <p:spPr>
          <a:xfrm>
            <a:off x="685800" y="3127248"/>
            <a:ext cx="1325880" cy="0"/>
          </a:xfrm>
          <a:prstGeom prst="line">
            <a:avLst/>
          </a:prstGeom>
          <a:ln w="19050">
            <a:solidFill>
              <a:srgbClr val="006C8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3310128"/>
            <a:ext cx="7680960" cy="1097280"/>
          </a:xfrm>
          <a:prstGeom prst="rect">
            <a:avLst/>
          </a:prstGeom>
          <a:noFill/>
        </p:spPr>
        <p:txBody>
          <a:bodyPr wrap="square">
            <a:spAutoFit/>
          </a:bodyPr>
          <a:lstStyle/>
          <a:p>
            <a:pPr>
              <a:spcAft>
                <a:spcPts val="600"/>
              </a:spcAft>
            </a:pPr>
            <a:r>
              <a:rPr sz="1300" b="0">
                <a:latin typeface="Source Sans 3"/>
              </a:rPr>
              <a:t>Most limits make things slower. This one is a cliff: the weights fit on the card, or the job will not start. VRAM decides which models you can load at all.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Would a GPU have helped this morning?</a:t>
            </a:r>
          </a:p>
        </p:txBody>
      </p:sp>
      <p:sp>
        <p:nvSpPr>
          <p:cNvPr id="3" name="Text Placeholder 2"/>
          <p:cNvSpPr>
            <a:spLocks noGrp="1"/>
          </p:cNvSpPr>
          <p:nvPr>
            <p:ph type="body" idx="1"/>
          </p:nvPr>
        </p:nvSpPr>
        <p:spPr/>
        <p:txBody>
          <a:bodyPr wrap="square"/>
          <a:lstStyle/>
          <a:p>
            <a:pPr>
              <a:spcAft>
                <a:spcPts val="600"/>
              </a:spcAft>
            </a:pPr>
            <a:r>
              <a:rPr sz="1450" b="1">
                <a:latin typeface="Source Sans 3"/>
              </a:rPr>
              <a:t>You already measured the answer.</a:t>
            </a:r>
          </a:p>
          <a:p>
            <a:pPr>
              <a:spcAft>
                <a:spcPts val="600"/>
              </a:spcAft>
            </a:pPr>
          </a:p>
          <a:p>
            <a:pPr>
              <a:spcAft>
                <a:spcPts val="600"/>
              </a:spcAft>
            </a:pPr>
            <a:r>
              <a:rPr sz="1450" b="1">
                <a:latin typeface="Source Sans 3"/>
              </a:rPr>
              <a:t>No — and not by a little.</a:t>
            </a:r>
          </a:p>
          <a:p>
            <a:pPr>
              <a:spcAft>
                <a:spcPts val="600"/>
              </a:spcAft>
            </a:pPr>
            <a:r>
              <a:rPr sz="1450" b="0">
                <a:latin typeface="Source Sans 3"/>
              </a:rPr>
              <a:t>A GPU makes arithmetic fast. Your job barely does any: it asks for a filing, waits, and writes the answer down. Your two clocks said so.</a:t>
            </a:r>
          </a:p>
          <a:p>
            <a:pPr>
              <a:spcAft>
                <a:spcPts val="600"/>
              </a:spcAft>
            </a:pPr>
          </a:p>
          <a:p>
            <a:pPr>
              <a:spcAft>
                <a:spcPts val="600"/>
              </a:spcAft>
            </a:pPr>
            <a:r>
              <a:rPr sz="1450" b="1">
                <a:latin typeface="Source Sans 3"/>
              </a:rPr>
              <a:t>Where they do earn their keep:</a:t>
            </a:r>
          </a:p>
          <a:p>
            <a:pPr>
              <a:spcAft>
                <a:spcPts val="600"/>
              </a:spcAft>
            </a:pPr>
            <a:r>
              <a:rPr sz="1450" b="0">
                <a:latin typeface="Source Sans 3"/>
              </a:rPr>
              <a:t>Training or fine-tuning a model · large matrix operations · running an LLM's weights yourself instead of calling someone else's API.</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Where to get help</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After today</a:t>
            </a:r>
          </a:p>
        </p:txBody>
      </p:sp>
      <p:sp>
        <p:nvSpPr>
          <p:cNvPr id="3" name="Text Placeholder 2"/>
          <p:cNvSpPr>
            <a:spLocks noGrp="1"/>
          </p:cNvSpPr>
          <p:nvPr>
            <p:ph type="body" idx="1"/>
          </p:nvPr>
        </p:nvSpPr>
        <p:spPr/>
        <p:txBody>
          <a:bodyPr wrap="square"/>
          <a:lstStyle/>
          <a:p>
            <a:pPr>
              <a:spcAft>
                <a:spcPts val="600"/>
              </a:spcAft>
            </a:pPr>
            <a:r>
              <a:rPr sz="1350" b="1">
                <a:latin typeface="Source Sans 3"/>
              </a:rPr>
              <a:t>RCpedia — rcpedia.stanford.edu</a:t>
            </a:r>
          </a:p>
          <a:p>
            <a:pPr>
              <a:spcAft>
                <a:spcPts val="600"/>
              </a:spcAft>
            </a:pPr>
            <a:r>
              <a:rPr sz="1350" b="0">
                <a:latin typeface="Source Sans 3"/>
              </a:rPr>
              <a:t>The written documentation for the Yens. Storage, Slurm, software, quotas.</a:t>
            </a:r>
          </a:p>
          <a:p>
            <a:pPr>
              <a:spcAft>
                <a:spcPts val="600"/>
              </a:spcAft>
            </a:pPr>
          </a:p>
          <a:p>
            <a:pPr>
              <a:spcAft>
                <a:spcPts val="600"/>
              </a:spcAft>
            </a:pPr>
            <a:r>
              <a:rPr sz="1350" b="1">
                <a:latin typeface="Source Sans 3"/>
              </a:rPr>
              <a:t>Slack — #gsb-yen-users</a:t>
            </a:r>
          </a:p>
          <a:p>
            <a:pPr>
              <a:spcAft>
                <a:spcPts val="600"/>
              </a:spcAft>
            </a:pPr>
            <a:r>
              <a:rPr sz="1350" b="0">
                <a:latin typeface="Source Sans 3"/>
              </a:rPr>
              <a:t>Where Yen users and the DARC team answer questions about the cluster, Slurm, storage and software. Also where maintenance windows and new hardware get announced.</a:t>
            </a:r>
          </a:p>
          <a:p>
            <a:pPr>
              <a:spcAft>
                <a:spcPts val="600"/>
              </a:spcAft>
            </a:pPr>
          </a:p>
          <a:p>
            <a:pPr>
              <a:spcAft>
                <a:spcPts val="600"/>
              </a:spcAft>
            </a:pPr>
            <a:r>
              <a:rPr sz="1350" b="1">
                <a:latin typeface="Source Sans 3"/>
              </a:rPr>
              <a:t>Email — gsb_darcresearch@stanford.edu</a:t>
            </a:r>
          </a:p>
          <a:p>
            <a:pPr>
              <a:spcAft>
                <a:spcPts val="600"/>
              </a:spcAft>
            </a:pPr>
            <a:r>
              <a:rPr sz="1350" b="0">
                <a:latin typeface="Source Sans 3"/>
              </a:rPr>
              <a:t>For anything you would rather not post in a channel, or that needs a direct answer. Typically one business day.</a:t>
            </a:r>
          </a:p>
          <a:p>
            <a:pPr>
              <a:spcAft>
                <a:spcPts val="600"/>
              </a:spcAft>
            </a:pPr>
          </a:p>
          <a:p>
            <a:pPr>
              <a:spcAft>
                <a:spcPts val="600"/>
              </a:spcAft>
            </a:pPr>
            <a:r>
              <a:rPr sz="1350" b="1">
                <a:latin typeface="Source Sans 3"/>
              </a:rPr>
              <a:t>The course site stays up.</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When you are stuck</a:t>
            </a:r>
          </a:p>
        </p:txBody>
      </p:sp>
      <p:sp>
        <p:nvSpPr>
          <p:cNvPr id="3" name="Text Placeholder 2"/>
          <p:cNvSpPr>
            <a:spLocks noGrp="1"/>
          </p:cNvSpPr>
          <p:nvPr>
            <p:ph type="body" idx="1"/>
          </p:nvPr>
        </p:nvSpPr>
        <p:spPr/>
        <p:txBody>
          <a:bodyPr wrap="square"/>
          <a:lstStyle/>
          <a:p>
            <a:pPr>
              <a:spcAft>
                <a:spcPts val="600"/>
              </a:spcAft>
            </a:pPr>
            <a:r>
              <a:rPr sz="1400" b="1">
                <a:latin typeface="Source Sans 3"/>
              </a:rPr>
              <a:t>"My Slurm job keeps failing"</a:t>
            </a:r>
          </a:p>
          <a:p>
            <a:pPr>
              <a:spcAft>
                <a:spcPts val="600"/>
              </a:spcAft>
            </a:pPr>
            <a:r>
              <a:rPr sz="1400" b="0">
                <a:latin typeface="Source Sans 3"/>
              </a:rPr>
              <a:t>#gsb-yen-users — someone has seen it. Include your error output.</a:t>
            </a:r>
          </a:p>
          <a:p>
            <a:pPr>
              <a:spcAft>
                <a:spcPts val="600"/>
              </a:spcAft>
            </a:pPr>
            <a:r>
              <a:rPr sz="1400" b="1">
                <a:latin typeface="Source Sans 3"/>
              </a:rPr>
              <a:t>"My code works on my laptop but not the Yens"</a:t>
            </a:r>
          </a:p>
          <a:p>
            <a:pPr>
              <a:spcAft>
                <a:spcPts val="600"/>
              </a:spcAft>
            </a:pPr>
            <a:r>
              <a:rPr sz="1400" b="0">
                <a:latin typeface="Source Sans 3"/>
              </a:rPr>
              <a:t>#gsb-yen-users — again, paste the error.</a:t>
            </a:r>
          </a:p>
          <a:p>
            <a:pPr>
              <a:spcAft>
                <a:spcPts val="600"/>
              </a:spcAft>
            </a:pPr>
            <a:r>
              <a:rPr sz="1400" b="1">
                <a:latin typeface="Source Sans 3"/>
              </a:rPr>
              <a:t>"Is this dataset ok to send to an LLM?"</a:t>
            </a:r>
          </a:p>
          <a:p>
            <a:pPr>
              <a:spcAft>
                <a:spcPts val="600"/>
              </a:spcAft>
            </a:pPr>
            <a:r>
              <a:rPr sz="1400" b="0">
                <a:latin typeface="Source Sans 3"/>
              </a:rPr>
              <a:t>Email DARC, or ask your IRB coordinator.</a:t>
            </a:r>
          </a:p>
          <a:p>
            <a:pPr>
              <a:spcAft>
                <a:spcPts val="600"/>
              </a:spcAft>
            </a:pPr>
            <a:r>
              <a:rPr sz="1400" b="1">
                <a:latin typeface="Source Sans 3"/>
              </a:rPr>
              <a:t>"I want to run something much bigger"</a:t>
            </a:r>
          </a:p>
          <a:p>
            <a:pPr>
              <a:spcAft>
                <a:spcPts val="600"/>
              </a:spcAft>
            </a:pPr>
            <a:r>
              <a:rPr sz="1400" b="0">
                <a:latin typeface="Source Sans 3"/>
              </a:rPr>
              <a:t>Email DARC — we can advise on allocations.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latin typeface="Source Sans Pro"/>
              </a:rPr>
              <a:t>Lab Time.</a:t>
            </a:r>
          </a:p>
        </p:txBody>
      </p:sp>
      <p:sp>
        <p:nvSpPr>
          <p:cNvPr id="3" name="Rectangle 2"/>
          <p:cNvSpPr/>
          <p:nvPr/>
        </p:nvSpPr>
        <p:spPr>
          <a:xfrm>
            <a:off x="403250" y="2103120"/>
            <a:ext cx="128016" cy="566928"/>
          </a:xfrm>
          <a:prstGeom prst="rect">
            <a:avLst/>
          </a:prstGeom>
          <a:solidFill>
            <a:srgbClr val="006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788920"/>
            <a:ext cx="7863840" cy="365760"/>
          </a:xfrm>
          <a:prstGeom prst="rect">
            <a:avLst/>
          </a:prstGeom>
          <a:noFill/>
        </p:spPr>
        <p:txBody>
          <a:bodyPr wrap="square">
            <a:spAutoFit/>
          </a:bodyPr>
          <a:lstStyle/>
          <a:p>
            <a:pPr>
              <a:spcAft>
                <a:spcPts val="600"/>
              </a:spcAft>
            </a:pPr>
            <a:r>
              <a:rPr sz="1300" b="0">
                <a:solidFill>
                  <a:srgbClr val="5F6775"/>
                </a:solidFill>
                <a:latin typeface="Source Sans 3"/>
              </a:rPr>
              <a:t>Part 2 · 10:50–11:50 · hands on keyboards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Your Goals — Part 2</a:t>
            </a:r>
          </a:p>
        </p:txBody>
      </p:sp>
      <p:sp>
        <p:nvSpPr>
          <p:cNvPr id="3" name="Text Placeholder 2"/>
          <p:cNvSpPr>
            <a:spLocks noGrp="1"/>
          </p:cNvSpPr>
          <p:nvPr>
            <p:ph type="body" idx="1"/>
          </p:nvPr>
        </p:nvSpPr>
        <p:spPr/>
        <p:txBody>
          <a:bodyPr wrap="square"/>
          <a:lstStyle/>
          <a:p>
            <a:pPr>
              <a:spcAft>
                <a:spcPts val="600"/>
              </a:spcAft>
            </a:pPr>
            <a:r>
              <a:rPr sz="1400" b="0">
                <a:latin typeface="Source Sans 3"/>
              </a:rPr>
              <a:t>Submit a job array — and watch it fan out</a:t>
            </a:r>
          </a:p>
          <a:p>
            <a:pPr>
              <a:spcAft>
                <a:spcPts val="600"/>
              </a:spcAft>
            </a:pPr>
            <a:r>
              <a:rPr sz="1400" b="0">
                <a:latin typeface="Source Sans 3"/>
              </a:rPr>
              <a:t>Make your tasks safe to run again</a:t>
            </a:r>
          </a:p>
          <a:p>
            <a:pPr>
              <a:spcAft>
                <a:spcPts val="600"/>
              </a:spcAft>
            </a:pPr>
            <a:r>
              <a:rPr sz="1400" b="0">
                <a:latin typeface="Source Sans 3"/>
              </a:rPr>
              <a:t>The capstone: estimate first, then check against what it used</a:t>
            </a:r>
          </a:p>
          <a:p>
            <a:pPr>
              <a:spcAft>
                <a:spcPts val="600"/>
              </a:spcAft>
            </a:pPr>
          </a:p>
          <a:p>
            <a:pPr>
              <a:spcAft>
                <a:spcPts val="600"/>
              </a:spcAft>
            </a:pPr>
            <a:r>
              <a:rPr sz="1400" b="1">
                <a:latin typeface="Source Sans 3"/>
              </a:rPr>
              <a:t>Find the lab materials at: darc.stanford.edu/class</a:t>
            </a:r>
          </a:p>
          <a:p>
            <a:pPr>
              <a:spcAft>
                <a:spcPts val="600"/>
              </a:spcAft>
            </a:pPr>
          </a:p>
          <a:p>
            <a:pPr>
              <a:spcAft>
                <a:spcPts val="600"/>
              </a:spcAft>
            </a:pPr>
            <a:r>
              <a:rPr sz="1400" b="1">
                <a:latin typeface="Source Sans 3"/>
              </a:rPr>
              <a:t>Start from the array script already in the repo.</a:t>
            </a:r>
          </a:p>
          <a:p>
            <a:pPr>
              <a:spcAft>
                <a:spcPts val="600"/>
              </a:spcAft>
            </a:pPr>
            <a:r>
              <a:rPr sz="1400" b="0">
                <a:latin typeface="Source Sans 3"/>
              </a:rPr>
              <a:t>slurm/hello_array.slurm exists so everyone sees fan-out work with their own eyes. Writing both array files from scratch is bonus, not the floor.</a:t>
            </a:r>
          </a:p>
          <a:p>
            <a:pPr>
              <a:spcAft>
                <a:spcPts val="600"/>
              </a:spcAft>
            </a:pPr>
          </a:p>
          <a:p>
            <a:pPr>
              <a:spcAft>
                <a:spcPts val="600"/>
              </a:spcAft>
            </a:pPr>
            <a:r>
              <a:rPr sz="1400" b="1">
                <a:latin typeface="Source Sans 3"/>
              </a:rPr>
              <a:t>By 11:50 the estimate matters more than the run.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150">
                <a:latin typeface="Source Sans Pro"/>
              </a:rPr>
              <a:t>Checkpoint — Part 2</a:t>
            </a:r>
          </a:p>
        </p:txBody>
      </p:sp>
      <p:sp>
        <p:nvSpPr>
          <p:cNvPr id="3" name="Text Placeholder 2"/>
          <p:cNvSpPr>
            <a:spLocks noGrp="1"/>
          </p:cNvSpPr>
          <p:nvPr>
            <p:ph type="body" idx="1"/>
          </p:nvPr>
        </p:nvSpPr>
        <p:spPr/>
        <p:txBody>
          <a:bodyPr wrap="square"/>
          <a:lstStyle/>
          <a:p>
            <a:pPr>
              <a:spcAft>
                <a:spcPts val="600"/>
              </a:spcAft>
            </a:pPr>
            <a:r>
              <a:rPr sz="1300" b="1">
                <a:latin typeface="Source Sans 3"/>
              </a:rPr>
              <a:t>Everyone should have reached</a:t>
            </a:r>
          </a:p>
          <a:p>
            <a:pPr>
              <a:spcAft>
                <a:spcPts val="600"/>
              </a:spcAft>
            </a:pPr>
            <a:r>
              <a:rPr sz="1300" b="0">
                <a:latin typeface="Source Sans 3"/>
              </a:rPr>
              <a:t>An array running from slurm/hello_array.slurm</a:t>
            </a:r>
          </a:p>
          <a:p>
            <a:pPr>
              <a:spcAft>
                <a:spcPts val="600"/>
              </a:spcAft>
            </a:pPr>
            <a:r>
              <a:rPr sz="1300" b="0">
                <a:latin typeface="Source Sans 3"/>
              </a:rPr>
              <a:t>Tasks made rerun-safe (idempotent)</a:t>
            </a:r>
          </a:p>
          <a:p>
            <a:pPr>
              <a:spcAft>
                <a:spcPts val="600"/>
              </a:spcAft>
            </a:pPr>
            <a:r>
              <a:rPr sz="1300" b="0">
                <a:latin typeface="Source Sans 3"/>
              </a:rPr>
              <a:t>Capstone: estimate written down first</a:t>
            </a:r>
          </a:p>
          <a:p>
            <a:pPr>
              <a:spcAft>
                <a:spcPts val="600"/>
              </a:spcAft>
            </a:pPr>
            <a:r>
              <a:rPr sz="1300" b="0">
                <a:latin typeface="Source Sans 3"/>
              </a:rPr>
              <a:t>Capstone: submitted, then compared against sacct</a:t>
            </a:r>
          </a:p>
          <a:p>
            <a:pPr>
              <a:spcAft>
                <a:spcPts val="600"/>
              </a:spcAft>
            </a:pPr>
          </a:p>
          <a:p>
            <a:pPr>
              <a:spcAft>
                <a:spcPts val="600"/>
              </a:spcAft>
            </a:pPr>
            <a:r>
              <a:rPr sz="1300" b="0">
                <a:latin typeface="Source Sans 3"/>
              </a:rPr>
              <a:t>/day2/job-arrays/ · /day2/capstone/</a:t>
            </a:r>
          </a:p>
        </p:txBody>
      </p:sp>
      <p:sp>
        <p:nvSpPr>
          <p:cNvPr id="4" name="Text Placeholder 3"/>
          <p:cNvSpPr>
            <a:spLocks noGrp="1"/>
          </p:cNvSpPr>
          <p:nvPr>
            <p:ph type="body" idx="2"/>
          </p:nvPr>
        </p:nvSpPr>
        <p:spPr/>
        <p:txBody>
          <a:bodyPr wrap="square"/>
          <a:lstStyle/>
          <a:p>
            <a:pPr>
              <a:spcAft>
                <a:spcPts val="600"/>
              </a:spcAft>
            </a:pPr>
            <a:r>
              <a:rPr sz="1300" b="1">
                <a:latin typeface="Source Sans 3"/>
              </a:rPr>
              <a:t>Extra, if you are ahead</a:t>
            </a:r>
          </a:p>
          <a:p>
            <a:pPr>
              <a:spcAft>
                <a:spcPts val="600"/>
              </a:spcAft>
            </a:pPr>
            <a:r>
              <a:rPr sz="1300" b="0">
                <a:latin typeface="Source Sans 3"/>
              </a:rPr>
              <a:t>Write both array files from scratch</a:t>
            </a:r>
          </a:p>
          <a:p>
            <a:pPr>
              <a:spcAft>
                <a:spcPts val="600"/>
              </a:spcAft>
            </a:pPr>
            <a:r>
              <a:rPr sz="1300" b="0">
                <a:latin typeface="Source Sans 3"/>
              </a:rPr>
              <a:t>Merge the results into one CSV</a:t>
            </a:r>
          </a:p>
          <a:p>
            <a:pPr>
              <a:spcAft>
                <a:spcPts val="600"/>
              </a:spcAft>
            </a:pPr>
            <a:r>
              <a:rPr sz="1300" b="0">
                <a:latin typeface="Source Sans 3"/>
              </a:rPr>
              <a:t>Distill a Slurm skill for Claude — /day2/slurm-with-claude/</a:t>
            </a:r>
          </a:p>
          <a:p>
            <a:pPr>
              <a:spcAft>
                <a:spcPts val="600"/>
              </a:spcAft>
            </a:pPr>
            <a:r>
              <a:rPr sz="1300" b="0">
                <a:latin typeface="Source Sans 3"/>
              </a:rPr>
              <a:t>GPUs — /day2/gpus/</a:t>
            </a:r>
          </a:p>
          <a:p>
            <a:pPr>
              <a:spcAft>
                <a:spcPts val="600"/>
              </a:spcAft>
            </a:pPr>
            <a:r>
              <a:rPr sz="1300" b="0">
                <a:latin typeface="Source Sans 3"/>
              </a:rPr>
              <a:t>Run all 992 filings</a:t>
            </a:r>
          </a:p>
          <a:p>
            <a:pPr>
              <a:spcAft>
                <a:spcPts val="600"/>
              </a:spcAft>
            </a:pPr>
          </a:p>
          <a:p>
            <a:pPr>
              <a:spcAft>
                <a:spcPts val="600"/>
              </a:spcAft>
            </a:pPr>
            <a:r>
              <a:rPr sz="1300" b="0">
                <a:latin typeface="Source Sans 3"/>
              </a:rPr>
              <a:t>All bonus. Nobody is behind for skipping these.</a:t>
            </a:r>
          </a:p>
        </p:txBody>
      </p:sp>
      <p:sp>
        <p:nvSpPr>
          <p:cNvPr id="5" name="TextBox 4"/>
          <p:cNvSpPr txBox="1"/>
          <p:nvPr/>
        </p:nvSpPr>
        <p:spPr>
          <a:xfrm>
            <a:off x="310896" y="4315968"/>
            <a:ext cx="8522208" cy="548640"/>
          </a:xfrm>
          <a:prstGeom prst="rect">
            <a:avLst/>
          </a:prstGeom>
          <a:noFill/>
        </p:spPr>
        <p:txBody>
          <a:bodyPr wrap="square">
            <a:spAutoFit/>
          </a:bodyPr>
          <a:lstStyle/>
          <a:p>
            <a:pPr>
              <a:spcAft>
                <a:spcPts val="600"/>
              </a:spcAft>
            </a:pPr>
            <a:r>
              <a:rPr sz="1150" b="0">
                <a:solidFill>
                  <a:srgbClr val="5F6775"/>
                </a:solidFill>
                <a:latin typeface="Source Sans 3"/>
              </a:rPr>
              <a:t>Experts: don't just leave. The bonus pages are where the Yen-specific tooling lives — quotas, permissions, user limits.</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