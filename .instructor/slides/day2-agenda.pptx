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2" r:id="rId5"/>
    <p:sldMasterId id="2147483743" r:id="rId6"/>
  </p:sldMasterIdLst>
  <p:notesMasterIdLst>
    <p:notesMasterId r:id="rId7"/>
  </p:notesMasterIdLst>
  <p:sldIdLst>
    <p:sldId id="256" r:id="rId20"/>
    <p:sldId id="257" r:id="rId21"/>
  </p:sldIdLst>
  <p:sldSz cy="5143500" cx="9144000"/>
  <p:notesSz cx="6858000" cy="9144000"/>
  <p:embeddedFontLst>
    <p:embeddedFont>
      <p:font typeface="Source Code Pro"/>
      <p:regular r:id="rId36"/>
      <p:bold r:id="rId37"/>
      <p:italic r:id="rId38"/>
      <p:boldItalic r:id="rId39"/>
    </p:embeddedFont>
    <p:embeddedFont>
      <p:font typeface="Source Sans 3"/>
      <p:regular r:id="rId40"/>
      <p:bold r:id="rId41"/>
      <p:italic r:id="rId42"/>
      <p:boldItalic r:id="rId43"/>
    </p:embeddedFont>
    <p:embeddedFont>
      <p:font typeface="Source Serif 4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092B0D-97BB-47E8-BBD6-F419BEF29DF6}">
  <a:tblStyle styleId="{92092B0D-97BB-47E8-BBD6-F419BEF29DF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36" Type="http://schemas.openxmlformats.org/officeDocument/2006/relationships/font" Target="fonts/SourceCodePro-regular.fntdata"/><Relationship Id="rId37" Type="http://schemas.openxmlformats.org/officeDocument/2006/relationships/font" Target="fonts/SourceCodePro-bold.fntdata"/><Relationship Id="rId38" Type="http://schemas.openxmlformats.org/officeDocument/2006/relationships/font" Target="fonts/SourceCodePro-italic.fntdata"/><Relationship Id="rId39" Type="http://schemas.openxmlformats.org/officeDocument/2006/relationships/font" Target="fonts/SourceCodePro-boldItalic.fntdata"/><Relationship Id="rId40" Type="http://schemas.openxmlformats.org/officeDocument/2006/relationships/font" Target="fonts/SourceSans3-regular.fntdata"/><Relationship Id="rId41" Type="http://schemas.openxmlformats.org/officeDocument/2006/relationships/font" Target="fonts/SourceSans3-bold.fntdata"/><Relationship Id="rId42" Type="http://schemas.openxmlformats.org/officeDocument/2006/relationships/font" Target="fonts/SourceSans3-italic.fntdata"/><Relationship Id="rId43" Type="http://schemas.openxmlformats.org/officeDocument/2006/relationships/font" Target="fonts/SourceSans3-boldItalic.fntdata"/><Relationship Id="rId44" Type="http://schemas.openxmlformats.org/officeDocument/2006/relationships/font" Target="fonts/SourceSerif4-regular.fntdata"/><Relationship Id="rId45" Type="http://schemas.openxmlformats.org/officeDocument/2006/relationships/font" Target="fonts/SourceSerif4-bold.fntdata"/><Relationship Id="rId46" Type="http://schemas.openxmlformats.org/officeDocument/2006/relationships/font" Target="fonts/SourceSerif4-italic.fntdata"/><Relationship Id="rId47" Type="http://schemas.openxmlformats.org/officeDocument/2006/relationships/font" Target="fonts/SourceSerif4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85800" y="2609850"/>
            <a:ext cx="662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800"/>
              <a:buNone/>
              <a:defRPr sz="2800">
                <a:solidFill>
                  <a:srgbClr val="8C151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274325" y="822947"/>
            <a:ext cx="274200" cy="15231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85800" y="722967"/>
            <a:ext cx="6629400" cy="17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705425" y="3657600"/>
            <a:ext cx="489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" name="Google Shape;16;p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4525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Source Serif 4"/>
              <a:buNone/>
              <a:defRPr sz="4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14525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Cardinal Red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7" name="Google Shape;27;p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" name="Google Shape;29;p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title slide">
  <p:cSld name="TITLE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306350" y="4056649"/>
            <a:ext cx="577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299599" y="3113024"/>
            <a:ext cx="57750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5"/>
          <p:cNvSpPr txBox="1"/>
          <p:nvPr>
            <p:ph idx="2" type="subTitle"/>
          </p:nvPr>
        </p:nvSpPr>
        <p:spPr>
          <a:xfrm>
            <a:off x="6074600" y="3333495"/>
            <a:ext cx="2681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/>
          <p:nvPr>
            <p:ph idx="3" type="pic"/>
          </p:nvPr>
        </p:nvSpPr>
        <p:spPr>
          <a:xfrm>
            <a:off x="228600" y="223150"/>
            <a:ext cx="8686800" cy="2514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5" name="Google Shape;35;p5"/>
          <p:cNvCxnSpPr/>
          <p:nvPr/>
        </p:nvCxnSpPr>
        <p:spPr>
          <a:xfrm>
            <a:off x="371791" y="384027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" name="Google Shape;37;p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ource Serif 4"/>
              <a:buNone/>
              <a:defRPr sz="36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agunita">
  <p:cSld name="TITLE_AND_BODY_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" name="Google Shape;46;p7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7" name="Google Shape;47;p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8" name="Google Shape;4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" name="Google Shape;49;p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utumn Gingko">
  <p:cSld name="TITLE_AND_BODY_4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" name="Google Shape;54;p8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5" name="Google Shape;55;p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rick">
  <p:cSld name="TITLE_AND_BODY_4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" name="Google Shape;62;p9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ay">
  <p:cSld name="TITLE_AND_BODY_4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0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0" name="Google Shape;70;p10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1" name="Google Shape;71;p1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Poppy">
  <p:cSld name="TITLE_AND_BODY_4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8" name="Google Shape;78;p11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9" name="Google Shape;79;p1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80" name="Google Shape;8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Digital Blue">
  <p:cSld name="TITLE_AND_BODY_4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2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6" name="Google Shape;86;p12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87" name="Google Shape;87;p1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88" name="Google Shape;8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Cardinal Red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4" name="Google Shape;94;p1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95" name="Google Shape;9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Lagunita">
  <p:cSld name="TITLE_AND_TWO_COLUMNS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2" name="Google Shape;102;p14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3" name="Google Shape;103;p1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1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utumn Gingko">
  <p:cSld name="TITLE_AND_TWO_COLUMNS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15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1" name="Google Shape;111;p15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2" name="Google Shape;112;p1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13" name="Google Shape;11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rick">
  <p:cSld name="TITLE_AND_TWO_COLUMNS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0" name="Google Shape;120;p16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22" name="Google Shape;12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ay">
  <p:cSld name="TITLE_AND_TWO_COLUMNS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1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9" name="Google Shape;129;p17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0" name="Google Shape;130;p1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31" name="Google Shape;1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Poppy">
  <p:cSld name="TITLE_AND_TWO_COLUMNS_1_1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1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8" name="Google Shape;138;p18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9" name="Google Shape;139;p1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40" name="Google Shape;14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1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Digital Blue">
  <p:cSld name="TITLE_AND_TWO_COLUMNS_1_1_1_1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1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7" name="Google Shape;147;p19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8" name="Google Shape;148;p1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49" name="Google Shape;14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Cardinal Red" type="titleOnly">
  <p:cSld name="TITLE_ONLY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53" name="Google Shape;153;p2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4" name="Google Shape;15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Lagunita">
  <p:cSld name="TITLE_ONLY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2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9" name="Google Shape;159;p21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0" name="Google Shape;160;p2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1" name="Google Shape;16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utumn Gingko">
  <p:cSld name="TITLE_ONLY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2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6" name="Google Shape;166;p22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67" name="Google Shape;167;p2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8" name="Google Shape;16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rick">
  <p:cSld name="TITLE_ONLY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23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4" name="Google Shape;174;p2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5" name="Google Shape;17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ay">
  <p:cSld name="TITLE_ONLY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1" name="Google Shape;181;p2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2" name="Google Shape;18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Poppy">
  <p:cSld name="TITLE_ONLY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5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7" name="Google Shape;187;p25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8" name="Google Shape;188;p2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9" name="Google Shape;18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Digital Blue">
  <p:cSld name="TITLE_ONLY_1_1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2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4" name="Google Shape;194;p26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95" name="Google Shape;195;p2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6" name="Google Shape;19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2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311700" y="1546950"/>
            <a:ext cx="3807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type="title"/>
          </p:nvPr>
        </p:nvSpPr>
        <p:spPr>
          <a:xfrm>
            <a:off x="311700" y="671394"/>
            <a:ext cx="380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01" name="Google Shape;201;p27"/>
          <p:cNvCxnSpPr/>
          <p:nvPr/>
        </p:nvCxnSpPr>
        <p:spPr>
          <a:xfrm>
            <a:off x="401902" y="13200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02" name="Google Shape;20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684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Cardinal">
  <p:cSld name="MAIN_POIN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Lagunita">
  <p:cSld name="MAIN_POINT_3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9" name="Google Shape;209;p29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utumn Gingko">
  <p:cSld name="MAIN_POINT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2" name="Google Shape;212;p30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rick">
  <p:cSld name="MAIN_POINT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5" name="Google Shape;215;p31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ay">
  <p:cSld name="MAIN_POINT_2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8" name="Google Shape;218;p32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Poppy">
  <p:cSld name="MAIN_POINT_2_1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1" name="Google Shape;221;p33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igital Blue">
  <p:cSld name="MAIN_POINT_2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4" name="Google Shape;224;p34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Lagunita">
  <p:cSld name="MAIN_POINT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7" name="Google Shape;227;p35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5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5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Autumn Gingko">
  <p:cSld name="MAIN_POINT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2" name="Google Shape;232;p36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36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rick">
  <p:cSld name="MAIN_POINT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7" name="Google Shape;237;p37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37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7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ay">
  <p:cSld name="MAIN_POINT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38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3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Poppy">
  <p:cSld name="MAIN_POINT_1_1_1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7" name="Google Shape;247;p39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9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9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Digital Blue">
  <p:cSld name="MAIN_POINT_1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2" name="Google Shape;252;p40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40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aption">
  <p:cSld name="CAPTION_ONLY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idx="1" type="body"/>
          </p:nvPr>
        </p:nvSpPr>
        <p:spPr>
          <a:xfrm>
            <a:off x="311700" y="4230575"/>
            <a:ext cx="870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257" name="Google Shape;257;p41"/>
          <p:cNvSpPr/>
          <p:nvPr>
            <p:ph idx="2" type="pic"/>
          </p:nvPr>
        </p:nvSpPr>
        <p:spPr>
          <a:xfrm>
            <a:off x="-25" y="0"/>
            <a:ext cx="9144000" cy="42027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8" name="Google Shape;25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4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erif 4"/>
              <a:buNone/>
              <a:defRPr sz="12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2" name="Google Shape;262;p42"/>
          <p:cNvSpPr txBox="1"/>
          <p:nvPr>
            <p:ph idx="1" type="subTitle"/>
          </p:nvPr>
        </p:nvSpPr>
        <p:spPr>
          <a:xfrm>
            <a:off x="311750" y="3152225"/>
            <a:ext cx="8520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4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RH footer" type="blank">
  <p:cSld name="BLANK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4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or presenters">
  <p:cSld name="BLANK_2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idx="1" type="subTitle"/>
          </p:nvPr>
        </p:nvSpPr>
        <p:spPr>
          <a:xfrm>
            <a:off x="45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4"/>
          <p:cNvSpPr/>
          <p:nvPr>
            <p:ph idx="2" type="pic"/>
          </p:nvPr>
        </p:nvSpPr>
        <p:spPr>
          <a:xfrm>
            <a:off x="146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44"/>
          <p:cNvSpPr txBox="1"/>
          <p:nvPr>
            <p:ph idx="3" type="subTitle"/>
          </p:nvPr>
        </p:nvSpPr>
        <p:spPr>
          <a:xfrm>
            <a:off x="498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4"/>
          <p:cNvSpPr/>
          <p:nvPr>
            <p:ph idx="4" type="pic"/>
          </p:nvPr>
        </p:nvSpPr>
        <p:spPr>
          <a:xfrm>
            <a:off x="599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44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74" name="Google Shape;274;p4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75" name="Google Shape;27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4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or presenters">
  <p:cSld name="BLANK_2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idx="1" type="subTitle"/>
          </p:nvPr>
        </p:nvSpPr>
        <p:spPr>
          <a:xfrm>
            <a:off x="4078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5"/>
          <p:cNvSpPr/>
          <p:nvPr>
            <p:ph idx="2" type="pic"/>
          </p:nvPr>
        </p:nvSpPr>
        <p:spPr>
          <a:xfrm>
            <a:off x="8446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45"/>
          <p:cNvSpPr txBox="1"/>
          <p:nvPr>
            <p:ph idx="3" type="subTitle"/>
          </p:nvPr>
        </p:nvSpPr>
        <p:spPr>
          <a:xfrm>
            <a:off x="636840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5"/>
          <p:cNvSpPr/>
          <p:nvPr>
            <p:ph idx="4" type="pic"/>
          </p:nvPr>
        </p:nvSpPr>
        <p:spPr>
          <a:xfrm>
            <a:off x="680520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45"/>
          <p:cNvSpPr txBox="1"/>
          <p:nvPr>
            <p:ph idx="5" type="subTitle"/>
          </p:nvPr>
        </p:nvSpPr>
        <p:spPr>
          <a:xfrm>
            <a:off x="33721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5"/>
          <p:cNvSpPr/>
          <p:nvPr>
            <p:ph idx="6" type="pic"/>
          </p:nvPr>
        </p:nvSpPr>
        <p:spPr>
          <a:xfrm>
            <a:off x="38089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85" name="Google Shape;285;p4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86" name="Google Shape;28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4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points or presenters">
  <p:cSld name="BLANK_2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6"/>
          <p:cNvSpPr txBox="1"/>
          <p:nvPr>
            <p:ph idx="1" type="subTitle"/>
          </p:nvPr>
        </p:nvSpPr>
        <p:spPr>
          <a:xfrm>
            <a:off x="40785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6"/>
          <p:cNvSpPr/>
          <p:nvPr>
            <p:ph idx="2" type="pic"/>
          </p:nvPr>
        </p:nvSpPr>
        <p:spPr>
          <a:xfrm>
            <a:off x="79815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46"/>
          <p:cNvSpPr txBox="1"/>
          <p:nvPr>
            <p:ph idx="3" type="subTitle"/>
          </p:nvPr>
        </p:nvSpPr>
        <p:spPr>
          <a:xfrm>
            <a:off x="677460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6"/>
          <p:cNvSpPr/>
          <p:nvPr>
            <p:ph idx="4" type="pic"/>
          </p:nvPr>
        </p:nvSpPr>
        <p:spPr>
          <a:xfrm>
            <a:off x="716490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46"/>
          <p:cNvSpPr txBox="1"/>
          <p:nvPr>
            <p:ph idx="5" type="subTitle"/>
          </p:nvPr>
        </p:nvSpPr>
        <p:spPr>
          <a:xfrm>
            <a:off x="2524121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6"/>
          <p:cNvSpPr/>
          <p:nvPr>
            <p:ph idx="6" type="pic"/>
          </p:nvPr>
        </p:nvSpPr>
        <p:spPr>
          <a:xfrm>
            <a:off x="2914421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46"/>
          <p:cNvSpPr txBox="1"/>
          <p:nvPr>
            <p:ph idx="7" type="subTitle"/>
          </p:nvPr>
        </p:nvSpPr>
        <p:spPr>
          <a:xfrm>
            <a:off x="4642354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6"/>
          <p:cNvSpPr/>
          <p:nvPr>
            <p:ph idx="8" type="pic"/>
          </p:nvPr>
        </p:nvSpPr>
        <p:spPr>
          <a:xfrm>
            <a:off x="5032654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46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98" name="Google Shape;298;p4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99" name="Google Shape;29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4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Cardinal Red">
  <p:cSld name="TITLE_AND_BODY_3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4" name="Google Shape;304;p4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8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48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 type="secHead">
  <p:cSld name="SECTION_HEADER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314" name="Google Shape;31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5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Cardinal Red" type="titleOnly">
  <p:cSld name="TITLE_ONLY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18" name="Google Shape;318;p5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19" name="Google Shape;319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5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Cardinal">
  <p:cSld name="MAIN_POINT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2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3" name="Google Shape;323;p52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Cardinal Red" type="tx">
  <p:cSld name="TITLE_AND_BODY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6" name="Google Shape;326;p53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27" name="Google Shape;327;p5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28" name="Google Shape;32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5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4"/>
          <p:cNvSpPr txBox="1"/>
          <p:nvPr>
            <p:ph idx="1" type="subTitle"/>
          </p:nvPr>
        </p:nvSpPr>
        <p:spPr>
          <a:xfrm>
            <a:off x="685800" y="2609850"/>
            <a:ext cx="662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800"/>
              <a:buNone/>
              <a:defRPr sz="2800">
                <a:solidFill>
                  <a:srgbClr val="8C151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332" name="Google Shape;33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54"/>
          <p:cNvSpPr/>
          <p:nvPr/>
        </p:nvSpPr>
        <p:spPr>
          <a:xfrm>
            <a:off x="274325" y="822947"/>
            <a:ext cx="274200" cy="15231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4"/>
          <p:cNvSpPr txBox="1"/>
          <p:nvPr>
            <p:ph type="title"/>
          </p:nvPr>
        </p:nvSpPr>
        <p:spPr>
          <a:xfrm>
            <a:off x="685800" y="722967"/>
            <a:ext cx="6629400" cy="17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5" name="Google Shape;335;p54"/>
          <p:cNvSpPr txBox="1"/>
          <p:nvPr>
            <p:ph idx="2" type="subTitle"/>
          </p:nvPr>
        </p:nvSpPr>
        <p:spPr>
          <a:xfrm>
            <a:off x="705425" y="3657600"/>
            <a:ext cx="489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36" name="Google Shape;336;p5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title slide">
  <p:cSld name="TITLE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5"/>
          <p:cNvSpPr txBox="1"/>
          <p:nvPr>
            <p:ph idx="1" type="subTitle"/>
          </p:nvPr>
        </p:nvSpPr>
        <p:spPr>
          <a:xfrm>
            <a:off x="306350" y="4056649"/>
            <a:ext cx="577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9" name="Google Shape;339;p55"/>
          <p:cNvSpPr txBox="1"/>
          <p:nvPr>
            <p:ph type="title"/>
          </p:nvPr>
        </p:nvSpPr>
        <p:spPr>
          <a:xfrm>
            <a:off x="299599" y="3113024"/>
            <a:ext cx="57750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0" name="Google Shape;340;p55"/>
          <p:cNvSpPr txBox="1"/>
          <p:nvPr>
            <p:ph idx="2" type="subTitle"/>
          </p:nvPr>
        </p:nvSpPr>
        <p:spPr>
          <a:xfrm>
            <a:off x="6074600" y="3333495"/>
            <a:ext cx="2681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5"/>
          <p:cNvSpPr/>
          <p:nvPr>
            <p:ph idx="3" type="pic"/>
          </p:nvPr>
        </p:nvSpPr>
        <p:spPr>
          <a:xfrm>
            <a:off x="228600" y="223150"/>
            <a:ext cx="8686800" cy="2514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42" name="Google Shape;342;p55"/>
          <p:cNvCxnSpPr/>
          <p:nvPr/>
        </p:nvCxnSpPr>
        <p:spPr>
          <a:xfrm>
            <a:off x="371791" y="384027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43" name="Google Shape;34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" name="Google Shape;344;p5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agunita">
  <p:cSld name="TITLE_AND_BODY_4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6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7" name="Google Shape;347;p56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8" name="Google Shape;348;p5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6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0" name="Google Shape;350;p5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51" name="Google Shape;351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p5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utumn Gingko">
  <p:cSld name="TITLE_AND_BODY_4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57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6" name="Google Shape;356;p5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7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58" name="Google Shape;358;p5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59" name="Google Shape;359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0" name="Google Shape;360;p5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rick">
  <p:cSld name="TITLE_AND_BODY_4_1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3" name="Google Shape;363;p58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4" name="Google Shape;364;p5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66" name="Google Shape;366;p5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67" name="Google Shape;367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p5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ay">
  <p:cSld name="TITLE_AND_BODY_4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9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1" name="Google Shape;371;p59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2" name="Google Shape;372;p5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9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74" name="Google Shape;374;p5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75" name="Google Shape;37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5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Poppy">
  <p:cSld name="TITLE_AND_BODY_4_1_1_1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0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9" name="Google Shape;379;p60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0" name="Google Shape;380;p60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0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82" name="Google Shape;382;p6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83" name="Google Shape;383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4" name="Google Shape;384;p6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Digital Blue">
  <p:cSld name="TITLE_AND_BODY_4_1_1_1_1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1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61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8" name="Google Shape;388;p6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1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90" name="Google Shape;390;p6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91" name="Google Shape;391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2" name="Google Shape;392;p6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Cardinal Red" type="twoColTx">
  <p:cSld name="TITLE_AND_TWO_COLUMNS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5" name="Google Shape;395;p62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62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97" name="Google Shape;397;p6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98" name="Google Shape;398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6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Lagunita">
  <p:cSld name="TITLE_AND_TWO_COLUMNS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3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63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3" name="Google Shape;403;p63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4" name="Google Shape;404;p63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3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6" name="Google Shape;406;p6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07" name="Google Shape;40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8" name="Google Shape;408;p6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utumn Gingko">
  <p:cSld name="TITLE_AND_TWO_COLUMNS_1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1" name="Google Shape;411;p64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2" name="Google Shape;412;p64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3" name="Google Shape;413;p6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4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15" name="Google Shape;415;p6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16" name="Google Shape;41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6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rick">
  <p:cSld name="TITLE_AND_TWO_COLUMNS_1_1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5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0" name="Google Shape;420;p65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1" name="Google Shape;421;p65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2" name="Google Shape;422;p65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65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24" name="Google Shape;424;p6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25" name="Google Shape;425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6" name="Google Shape;426;p6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ay">
  <p:cSld name="TITLE_AND_TWO_COLUMNS_1_1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6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9" name="Google Shape;429;p66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0" name="Google Shape;430;p66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1" name="Google Shape;431;p6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6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33" name="Google Shape;433;p6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34" name="Google Shape;434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5" name="Google Shape;435;p6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Poppy">
  <p:cSld name="TITLE_AND_TWO_COLUMNS_1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7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8" name="Google Shape;438;p67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67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0" name="Google Shape;440;p6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67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42" name="Google Shape;442;p6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43" name="Google Shape;44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4" name="Google Shape;444;p6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Digital Blue">
  <p:cSld name="TITLE_AND_TWO_COLUMNS_1_1_1_1_1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8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7" name="Google Shape;447;p68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8" name="Google Shape;448;p68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9" name="Google Shape;449;p6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8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51" name="Google Shape;451;p6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52" name="Google Shape;45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6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Lagunita">
  <p:cSld name="TITLE_ONLY_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9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6" name="Google Shape;456;p6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9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58" name="Google Shape;458;p6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59" name="Google Shape;459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6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utumn Gingko">
  <p:cSld name="TITLE_ONLY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0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70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0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65" name="Google Shape;465;p7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66" name="Google Shape;466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7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rick">
  <p:cSld name="TITLE_ONLY_1_1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1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0" name="Google Shape;470;p7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71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72" name="Google Shape;472;p7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73" name="Google Shape;473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4" name="Google Shape;474;p7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ay">
  <p:cSld name="TITLE_ONLY_1_1_1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2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7" name="Google Shape;477;p72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72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79" name="Google Shape;479;p7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80" name="Google Shape;480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1" name="Google Shape;481;p7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Poppy">
  <p:cSld name="TITLE_ONLY_1_1_1_1_1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3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4" name="Google Shape;484;p73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73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86" name="Google Shape;486;p7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87" name="Google Shape;487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7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Digital Blue">
  <p:cSld name="TITLE_ONLY_1_1_1_1_1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7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4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93" name="Google Shape;493;p7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94" name="Google Shape;494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5" name="Google Shape;495;p7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5"/>
          <p:cNvSpPr txBox="1"/>
          <p:nvPr>
            <p:ph idx="1" type="body"/>
          </p:nvPr>
        </p:nvSpPr>
        <p:spPr>
          <a:xfrm>
            <a:off x="311700" y="1546950"/>
            <a:ext cx="3807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8" name="Google Shape;498;p75"/>
          <p:cNvSpPr txBox="1"/>
          <p:nvPr>
            <p:ph type="title"/>
          </p:nvPr>
        </p:nvSpPr>
        <p:spPr>
          <a:xfrm>
            <a:off x="311700" y="671394"/>
            <a:ext cx="380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99" name="Google Shape;499;p75"/>
          <p:cNvCxnSpPr/>
          <p:nvPr/>
        </p:nvCxnSpPr>
        <p:spPr>
          <a:xfrm>
            <a:off x="401902" y="13200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500" name="Google Shape;500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7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684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Lagunita">
  <p:cSld name="MAIN_POINT_3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6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4" name="Google Shape;504;p7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utumn Gingko">
  <p:cSld name="MAIN_POINT_2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7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7" name="Google Shape;507;p77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rick">
  <p:cSld name="MAIN_POINT_2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8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0" name="Google Shape;510;p7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ay">
  <p:cSld name="MAIN_POINT_2_1_1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9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3" name="Google Shape;513;p79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Poppy">
  <p:cSld name="MAIN_POINT_2_1_1_1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0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6" name="Google Shape;516;p80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igital Blue">
  <p:cSld name="MAIN_POINT_2_1_1_1_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1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9" name="Google Shape;519;p81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Lagunita">
  <p:cSld name="MAIN_POINT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2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2" name="Google Shape;522;p82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82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82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Autumn Gingko">
  <p:cSld name="MAIN_POINT_1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3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7" name="Google Shape;527;p83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83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29" name="Google Shape;529;p83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rick">
  <p:cSld name="MAIN_POINT_1_1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4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2" name="Google Shape;532;p84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84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84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ay">
  <p:cSld name="MAIN_POINT_1_1_1_1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85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7" name="Google Shape;537;p85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85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85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Poppy">
  <p:cSld name="MAIN_POINT_1_1_1_1_1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6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2" name="Google Shape;542;p86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86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8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Digital Blue">
  <p:cSld name="MAIN_POINT_1_1_1_1_1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7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7" name="Google Shape;547;p87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87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87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88"/>
          <p:cNvSpPr txBox="1"/>
          <p:nvPr>
            <p:ph type="title"/>
          </p:nvPr>
        </p:nvSpPr>
        <p:spPr>
          <a:xfrm>
            <a:off x="314525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None/>
              <a:defRPr sz="4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3" name="Google Shape;553;p88"/>
          <p:cNvSpPr txBox="1"/>
          <p:nvPr>
            <p:ph idx="1" type="subTitle"/>
          </p:nvPr>
        </p:nvSpPr>
        <p:spPr>
          <a:xfrm>
            <a:off x="314525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4" name="Google Shape;554;p8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555" name="Google Shape;555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6" name="Google Shape;556;p8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aption">
  <p:cSld name="CAPTION_ONLY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9"/>
          <p:cNvSpPr txBox="1"/>
          <p:nvPr>
            <p:ph idx="1" type="body"/>
          </p:nvPr>
        </p:nvSpPr>
        <p:spPr>
          <a:xfrm>
            <a:off x="311700" y="4230575"/>
            <a:ext cx="870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559" name="Google Shape;559;p89"/>
          <p:cNvSpPr/>
          <p:nvPr>
            <p:ph idx="2" type="pic"/>
          </p:nvPr>
        </p:nvSpPr>
        <p:spPr>
          <a:xfrm>
            <a:off x="-25" y="0"/>
            <a:ext cx="9144000" cy="4202700"/>
          </a:xfrm>
          <a:prstGeom prst="rect">
            <a:avLst/>
          </a:prstGeom>
          <a:noFill/>
          <a:ln>
            <a:noFill/>
          </a:ln>
        </p:spPr>
      </p:sp>
      <p:pic>
        <p:nvPicPr>
          <p:cNvPr id="560" name="Google Shape;560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1" name="Google Shape;561;p8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4" name="Google Shape;564;p90"/>
          <p:cNvSpPr txBox="1"/>
          <p:nvPr>
            <p:ph idx="1" type="subTitle"/>
          </p:nvPr>
        </p:nvSpPr>
        <p:spPr>
          <a:xfrm>
            <a:off x="311750" y="3152225"/>
            <a:ext cx="8520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5" name="Google Shape;565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9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RH footer" type="blank">
  <p:cSld name="BLANK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9" name="Google Shape;569;p9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or presenters">
  <p:cSld name="BLANK_2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2"/>
          <p:cNvSpPr txBox="1"/>
          <p:nvPr>
            <p:ph idx="1" type="subTitle"/>
          </p:nvPr>
        </p:nvSpPr>
        <p:spPr>
          <a:xfrm>
            <a:off x="45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92"/>
          <p:cNvSpPr/>
          <p:nvPr>
            <p:ph idx="2" type="pic"/>
          </p:nvPr>
        </p:nvSpPr>
        <p:spPr>
          <a:xfrm>
            <a:off x="146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92"/>
          <p:cNvSpPr txBox="1"/>
          <p:nvPr>
            <p:ph idx="3" type="subTitle"/>
          </p:nvPr>
        </p:nvSpPr>
        <p:spPr>
          <a:xfrm>
            <a:off x="498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92"/>
          <p:cNvSpPr/>
          <p:nvPr>
            <p:ph idx="4" type="pic"/>
          </p:nvPr>
        </p:nvSpPr>
        <p:spPr>
          <a:xfrm>
            <a:off x="599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92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76" name="Google Shape;576;p9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577" name="Google Shape;577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8" name="Google Shape;578;p9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or presenters">
  <p:cSld name="BLANK_2_1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3"/>
          <p:cNvSpPr txBox="1"/>
          <p:nvPr>
            <p:ph idx="1" type="subTitle"/>
          </p:nvPr>
        </p:nvSpPr>
        <p:spPr>
          <a:xfrm>
            <a:off x="4078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93"/>
          <p:cNvSpPr/>
          <p:nvPr>
            <p:ph idx="2" type="pic"/>
          </p:nvPr>
        </p:nvSpPr>
        <p:spPr>
          <a:xfrm>
            <a:off x="8446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93"/>
          <p:cNvSpPr txBox="1"/>
          <p:nvPr>
            <p:ph idx="3" type="subTitle"/>
          </p:nvPr>
        </p:nvSpPr>
        <p:spPr>
          <a:xfrm>
            <a:off x="636840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93"/>
          <p:cNvSpPr/>
          <p:nvPr>
            <p:ph idx="4" type="pic"/>
          </p:nvPr>
        </p:nvSpPr>
        <p:spPr>
          <a:xfrm>
            <a:off x="680520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93"/>
          <p:cNvSpPr txBox="1"/>
          <p:nvPr>
            <p:ph idx="5" type="subTitle"/>
          </p:nvPr>
        </p:nvSpPr>
        <p:spPr>
          <a:xfrm>
            <a:off x="33721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93"/>
          <p:cNvSpPr/>
          <p:nvPr>
            <p:ph idx="6" type="pic"/>
          </p:nvPr>
        </p:nvSpPr>
        <p:spPr>
          <a:xfrm>
            <a:off x="38089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93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87" name="Google Shape;587;p9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588" name="Google Shape;588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9" name="Google Shape;589;p9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points or presenters">
  <p:cSld name="BLANK_2_1_1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94"/>
          <p:cNvSpPr txBox="1"/>
          <p:nvPr>
            <p:ph idx="1" type="subTitle"/>
          </p:nvPr>
        </p:nvSpPr>
        <p:spPr>
          <a:xfrm>
            <a:off x="40785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94"/>
          <p:cNvSpPr/>
          <p:nvPr>
            <p:ph idx="2" type="pic"/>
          </p:nvPr>
        </p:nvSpPr>
        <p:spPr>
          <a:xfrm>
            <a:off x="79815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94"/>
          <p:cNvSpPr txBox="1"/>
          <p:nvPr>
            <p:ph idx="3" type="subTitle"/>
          </p:nvPr>
        </p:nvSpPr>
        <p:spPr>
          <a:xfrm>
            <a:off x="677460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94"/>
          <p:cNvSpPr/>
          <p:nvPr>
            <p:ph idx="4" type="pic"/>
          </p:nvPr>
        </p:nvSpPr>
        <p:spPr>
          <a:xfrm>
            <a:off x="716490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94"/>
          <p:cNvSpPr txBox="1"/>
          <p:nvPr>
            <p:ph idx="5" type="subTitle"/>
          </p:nvPr>
        </p:nvSpPr>
        <p:spPr>
          <a:xfrm>
            <a:off x="2524121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94"/>
          <p:cNvSpPr/>
          <p:nvPr>
            <p:ph idx="6" type="pic"/>
          </p:nvPr>
        </p:nvSpPr>
        <p:spPr>
          <a:xfrm>
            <a:off x="2914421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94"/>
          <p:cNvSpPr txBox="1"/>
          <p:nvPr>
            <p:ph idx="7" type="subTitle"/>
          </p:nvPr>
        </p:nvSpPr>
        <p:spPr>
          <a:xfrm>
            <a:off x="4642354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94"/>
          <p:cNvSpPr/>
          <p:nvPr>
            <p:ph idx="8" type="pic"/>
          </p:nvPr>
        </p:nvSpPr>
        <p:spPr>
          <a:xfrm>
            <a:off x="5032654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94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00" name="Google Shape;600;p9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601" name="Google Shape;601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2" name="Google Shape;602;p9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Cardinal Red">
  <p:cSld name="TITLE_AND_BODY_3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96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6" name="Google Shape;606;p9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96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96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FA7B17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2.xml"/><Relationship Id="rId36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89.xml"/><Relationship Id="rId43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91.xml"/><Relationship Id="rId45" Type="http://schemas.openxmlformats.org/officeDocument/2006/relationships/slideLayout" Target="../slideLayouts/slideLayout92.xml"/><Relationship Id="rId46" Type="http://schemas.openxmlformats.org/officeDocument/2006/relationships/slideLayout" Target="../slideLayouts/slideLayout93.xml"/><Relationship Id="rId47" Type="http://schemas.openxmlformats.org/officeDocument/2006/relationships/slideLayout" Target="../slideLayouts/slideLayout94.xml"/><Relationship Id="rId4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1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05156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898400" y="338975"/>
            <a:ext cx="124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E46962"/>
          </p15:clr>
        </p15:guide>
        <p15:guide id="2" orient="horz" pos="405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49"/>
          <p:cNvSpPr txBox="1"/>
          <p:nvPr>
            <p:ph idx="1" type="body"/>
          </p:nvPr>
        </p:nvSpPr>
        <p:spPr>
          <a:xfrm>
            <a:off x="311700" y="105156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49"/>
          <p:cNvSpPr txBox="1"/>
          <p:nvPr/>
        </p:nvSpPr>
        <p:spPr>
          <a:xfrm>
            <a:off x="7898400" y="338975"/>
            <a:ext cx="124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  <p:sldLayoutId id="2147483741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E46962"/>
          </p15:clr>
        </p15:guide>
        <p15:guide id="2" orient="horz" pos="405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2724" y="1830628"/>
            <a:ext cx="4045305" cy="14822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4800" b="1">
                <a:latin typeface="Source Serif 4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2724" y="3310128"/>
            <a:ext cx="404530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F6775"/>
                </a:solidFill>
                <a:latin typeface="Source Sans 3"/>
              </a:rPr>
              <a:t>Part 1 · Where your code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850849"/>
            <a:ext cx="90525" cy="236829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01844" y="745693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What is inside any computer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367942"/>
            <a:ext cx="90525" cy="236829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1844" y="1262786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Running a 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85035"/>
            <a:ext cx="90525" cy="236829"/>
          </a:xfrm>
          <a:prstGeom prst="rect">
            <a:avLst/>
          </a:prstGeom>
          <a:solidFill>
            <a:srgbClr val="F1A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1844" y="1779879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Research computing resources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402128"/>
            <a:ext cx="90525" cy="236829"/>
          </a:xfrm>
          <a:prstGeom prst="rect">
            <a:avLst/>
          </a:prstGeom>
          <a:solidFill>
            <a:srgbClr val="7F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1844" y="2296972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Profiling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919222"/>
            <a:ext cx="90525" cy="236829"/>
          </a:xfrm>
          <a:prstGeom prst="rect">
            <a:avLst/>
          </a:prstGeom>
          <a:solidFill>
            <a:srgbClr val="417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1844" y="2814065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Why profiling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436315"/>
            <a:ext cx="90525" cy="236829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1844" y="3331159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Slurm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953408"/>
            <a:ext cx="90525" cy="236829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1844" y="3848252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Hands-on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2724" y="1830628"/>
            <a:ext cx="4045305" cy="14822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4800" b="1">
                <a:latin typeface="Source Serif 4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2724" y="3310128"/>
            <a:ext cx="404530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F6775"/>
                </a:solidFill>
                <a:latin typeface="Source Sans 3"/>
              </a:rPr>
              <a:t>Part 2 · Doing many things at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67942"/>
            <a:ext cx="90525" cy="236829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01844" y="1262786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Parallelization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885035"/>
            <a:ext cx="90525" cy="236829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1844" y="1779879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Job arrays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402128"/>
            <a:ext cx="90525" cy="236829"/>
          </a:xfrm>
          <a:prstGeom prst="rect">
            <a:avLst/>
          </a:prstGeom>
          <a:solidFill>
            <a:srgbClr val="F1A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1844" y="2296972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GPUs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919222"/>
            <a:ext cx="90525" cy="236829"/>
          </a:xfrm>
          <a:prstGeom prst="rect">
            <a:avLst/>
          </a:prstGeom>
          <a:solidFill>
            <a:srgbClr val="7F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1844" y="2814065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Where to get help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436315"/>
            <a:ext cx="90525" cy="236829"/>
          </a:xfrm>
          <a:prstGeom prst="rect">
            <a:avLst/>
          </a:prstGeom>
          <a:solidFill>
            <a:srgbClr val="417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1844" y="3331159"/>
            <a:ext cx="3836822" cy="447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Source Sans 3"/>
              </a:rPr>
              <a:t>Hands-on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